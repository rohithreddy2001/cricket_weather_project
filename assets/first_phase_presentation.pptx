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5" r:id="rId2"/>
    <p:sldId id="256" r:id="rId3"/>
    <p:sldId id="257" r:id="rId4"/>
    <p:sldId id="263" r:id="rId5"/>
    <p:sldId id="258" r:id="rId6"/>
    <p:sldId id="259" r:id="rId7"/>
    <p:sldId id="260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523CB-9D4C-4B4D-BC52-9662FA11B56C}" v="62" dt="2026-07-08T14:34:48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49" autoAdjust="0"/>
  </p:normalViewPr>
  <p:slideViewPr>
    <p:cSldViewPr snapToGrid="0" snapToObjects="1">
      <p:cViewPr varScale="1">
        <p:scale>
          <a:sx n="65" d="100"/>
          <a:sy n="65" d="100"/>
        </p:scale>
        <p:origin x="7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Reddy" userId="15327854129f0578" providerId="LiveId" clId="{B0A560F6-E562-44DD-8F63-550E6F99639B}"/>
    <pc:docChg chg="undo custSel addSld modSld sldOrd">
      <pc:chgData name="Rohith Reddy" userId="15327854129f0578" providerId="LiveId" clId="{B0A560F6-E562-44DD-8F63-550E6F99639B}" dt="2026-07-08T14:35:09.067" v="385" actId="20577"/>
      <pc:docMkLst>
        <pc:docMk/>
      </pc:docMkLst>
      <pc:sldChg chg="addSp delSp modSp mod">
        <pc:chgData name="Rohith Reddy" userId="15327854129f0578" providerId="LiveId" clId="{B0A560F6-E562-44DD-8F63-550E6F99639B}" dt="2026-07-07T13:39:00.854" v="296" actId="20577"/>
        <pc:sldMkLst>
          <pc:docMk/>
          <pc:sldMk cId="0" sldId="256"/>
        </pc:sldMkLst>
        <pc:spChg chg="del">
          <ac:chgData name="Rohith Reddy" userId="15327854129f0578" providerId="LiveId" clId="{B0A560F6-E562-44DD-8F63-550E6F99639B}" dt="2026-07-07T13:33:39.249" v="229" actId="478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Rohith Reddy" userId="15327854129f0578" providerId="LiveId" clId="{B0A560F6-E562-44DD-8F63-550E6F99639B}" dt="2026-07-07T13:39:00.854" v="296" actId="20577"/>
          <ac:spMkLst>
            <pc:docMk/>
            <pc:sldMk cId="0" sldId="256"/>
            <ac:spMk id="8" creationId="{44821544-6E34-6FA5-CE40-E12DBB8DBE85}"/>
          </ac:spMkLst>
        </pc:spChg>
        <pc:spChg chg="add">
          <ac:chgData name="Rohith Reddy" userId="15327854129f0578" providerId="LiveId" clId="{B0A560F6-E562-44DD-8F63-550E6F99639B}" dt="2026-07-07T13:38:28.299" v="286" actId="22"/>
          <ac:spMkLst>
            <pc:docMk/>
            <pc:sldMk cId="0" sldId="256"/>
            <ac:spMk id="10" creationId="{A2BC3673-4C2C-E94D-E5BA-42A0D214EAC1}"/>
          </ac:spMkLst>
        </pc:spChg>
        <pc:graphicFrameChg chg="modGraphic">
          <ac:chgData name="Rohith Reddy" userId="15327854129f0578" providerId="LiveId" clId="{B0A560F6-E562-44DD-8F63-550E6F99639B}" dt="2026-07-07T13:19:53.470" v="221" actId="26606"/>
          <ac:graphicFrameMkLst>
            <pc:docMk/>
            <pc:sldMk cId="0" sldId="256"/>
            <ac:graphicFrameMk id="6" creationId="{0006707B-0830-1010-A847-CFC81A906E5D}"/>
          </ac:graphicFrameMkLst>
        </pc:graphicFrameChg>
      </pc:sldChg>
      <pc:sldChg chg="addSp delSp modSp mod">
        <pc:chgData name="Rohith Reddy" userId="15327854129f0578" providerId="LiveId" clId="{B0A560F6-E562-44DD-8F63-550E6F99639B}" dt="2026-07-07T13:42:09.174" v="328" actId="12269"/>
        <pc:sldMkLst>
          <pc:docMk/>
          <pc:sldMk cId="0" sldId="257"/>
        </pc:sldMkLst>
        <pc:spChg chg="del mod">
          <ac:chgData name="Rohith Reddy" userId="15327854129f0578" providerId="LiveId" clId="{B0A560F6-E562-44DD-8F63-550E6F99639B}" dt="2026-07-07T13:33:46.085" v="232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Rohith Reddy" userId="15327854129f0578" providerId="LiveId" clId="{B0A560F6-E562-44DD-8F63-550E6F99639B}" dt="2026-07-07T13:39:19.045" v="303" actId="20577"/>
          <ac:spMkLst>
            <pc:docMk/>
            <pc:sldMk cId="0" sldId="257"/>
            <ac:spMk id="13" creationId="{E196BFBD-1870-7B27-3560-FE20452056A1}"/>
          </ac:spMkLst>
        </pc:spChg>
        <pc:spChg chg="add">
          <ac:chgData name="Rohith Reddy" userId="15327854129f0578" providerId="LiveId" clId="{B0A560F6-E562-44DD-8F63-550E6F99639B}" dt="2026-07-07T13:38:30.519" v="287" actId="22"/>
          <ac:spMkLst>
            <pc:docMk/>
            <pc:sldMk cId="0" sldId="257"/>
            <ac:spMk id="15" creationId="{458E8D49-C8FA-CEE8-763E-C0E4F5849B5C}"/>
          </ac:spMkLst>
        </pc:spChg>
        <pc:graphicFrameChg chg="mod">
          <ac:chgData name="Rohith Reddy" userId="15327854129f0578" providerId="LiveId" clId="{B0A560F6-E562-44DD-8F63-550E6F99639B}" dt="2026-07-07T13:42:09.174" v="328" actId="12269"/>
          <ac:graphicFrameMkLst>
            <pc:docMk/>
            <pc:sldMk cId="0" sldId="257"/>
            <ac:graphicFrameMk id="10" creationId="{11689433-857B-07E9-92D7-AD9D50A68F4B}"/>
          </ac:graphicFrameMkLst>
        </pc:graphicFrameChg>
        <pc:graphicFrameChg chg="mod modGraphic">
          <ac:chgData name="Rohith Reddy" userId="15327854129f0578" providerId="LiveId" clId="{B0A560F6-E562-44DD-8F63-550E6F99639B}" dt="2026-07-07T13:23:52.054" v="228" actId="1076"/>
          <ac:graphicFrameMkLst>
            <pc:docMk/>
            <pc:sldMk cId="0" sldId="257"/>
            <ac:graphicFrameMk id="11" creationId="{39E4904A-E9B2-767D-B4C4-2981FE380BB7}"/>
          </ac:graphicFrameMkLst>
        </pc:graphicFrameChg>
      </pc:sldChg>
      <pc:sldChg chg="addSp delSp modSp mod">
        <pc:chgData name="Rohith Reddy" userId="15327854129f0578" providerId="LiveId" clId="{B0A560F6-E562-44DD-8F63-550E6F99639B}" dt="2026-07-07T13:39:37.184" v="307" actId="20577"/>
        <pc:sldMkLst>
          <pc:docMk/>
          <pc:sldMk cId="0" sldId="258"/>
        </pc:sldMkLst>
        <pc:spChg chg="add del">
          <ac:chgData name="Rohith Reddy" userId="15327854129f0578" providerId="LiveId" clId="{B0A560F6-E562-44DD-8F63-550E6F99639B}" dt="2026-07-07T11:35:58.262" v="5" actId="12084"/>
          <ac:spMkLst>
            <pc:docMk/>
            <pc:sldMk cId="0" sldId="258"/>
            <ac:spMk id="3" creationId="{00000000-0000-0000-0000-000000000000}"/>
          </ac:spMkLst>
        </pc:spChg>
        <pc:spChg chg="del">
          <ac:chgData name="Rohith Reddy" userId="15327854129f0578" providerId="LiveId" clId="{B0A560F6-E562-44DD-8F63-550E6F99639B}" dt="2026-07-07T13:34:25.067" v="236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Rohith Reddy" userId="15327854129f0578" providerId="LiveId" clId="{B0A560F6-E562-44DD-8F63-550E6F99639B}" dt="2026-07-07T13:39:37.184" v="307" actId="20577"/>
          <ac:spMkLst>
            <pc:docMk/>
            <pc:sldMk cId="0" sldId="258"/>
            <ac:spMk id="7" creationId="{F7859FC7-E4FE-ED9A-1B14-1287FC59A1B0}"/>
          </ac:spMkLst>
        </pc:spChg>
        <pc:spChg chg="add">
          <ac:chgData name="Rohith Reddy" userId="15327854129f0578" providerId="LiveId" clId="{B0A560F6-E562-44DD-8F63-550E6F99639B}" dt="2026-07-07T13:38:34.290" v="289" actId="22"/>
          <ac:spMkLst>
            <pc:docMk/>
            <pc:sldMk cId="0" sldId="258"/>
            <ac:spMk id="9" creationId="{C612D96C-F733-0DC1-04E5-F5A0E74AF41F}"/>
          </ac:spMkLst>
        </pc:spChg>
        <pc:graphicFrameChg chg="add mod modGraphic">
          <ac:chgData name="Rohith Reddy" userId="15327854129f0578" providerId="LiveId" clId="{B0A560F6-E562-44DD-8F63-550E6F99639B}" dt="2026-07-07T13:22:02.556" v="223" actId="26606"/>
          <ac:graphicFrameMkLst>
            <pc:docMk/>
            <pc:sldMk cId="0" sldId="258"/>
            <ac:graphicFrameMk id="5" creationId="{1F4EC350-F655-9DB2-2F51-B5C396651F23}"/>
          </ac:graphicFrameMkLst>
        </pc:graphicFrameChg>
      </pc:sldChg>
      <pc:sldChg chg="addSp delSp modSp mod">
        <pc:chgData name="Rohith Reddy" userId="15327854129f0578" providerId="LiveId" clId="{B0A560F6-E562-44DD-8F63-550E6F99639B}" dt="2026-07-08T14:35:09.067" v="385" actId="20577"/>
        <pc:sldMkLst>
          <pc:docMk/>
          <pc:sldMk cId="0" sldId="259"/>
        </pc:sldMkLst>
        <pc:spChg chg="del">
          <ac:chgData name="Rohith Reddy" userId="15327854129f0578" providerId="LiveId" clId="{B0A560F6-E562-44DD-8F63-550E6F99639B}" dt="2026-07-07T11:38:19.484" v="15" actId="12084"/>
          <ac:spMkLst>
            <pc:docMk/>
            <pc:sldMk cId="0" sldId="259"/>
            <ac:spMk id="3" creationId="{00000000-0000-0000-0000-000000000000}"/>
          </ac:spMkLst>
        </pc:spChg>
        <pc:spChg chg="del">
          <ac:chgData name="Rohith Reddy" userId="15327854129f0578" providerId="LiveId" clId="{B0A560F6-E562-44DD-8F63-550E6F99639B}" dt="2026-07-07T13:34:28.846" v="237" actId="478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Rohith Reddy" userId="15327854129f0578" providerId="LiveId" clId="{B0A560F6-E562-44DD-8F63-550E6F99639B}" dt="2026-07-07T13:39:41.492" v="309" actId="20577"/>
          <ac:spMkLst>
            <pc:docMk/>
            <pc:sldMk cId="0" sldId="259"/>
            <ac:spMk id="7" creationId="{F01EAB3C-B05C-C14E-C0A0-38644E31D280}"/>
          </ac:spMkLst>
        </pc:spChg>
        <pc:spChg chg="add">
          <ac:chgData name="Rohith Reddy" userId="15327854129f0578" providerId="LiveId" clId="{B0A560F6-E562-44DD-8F63-550E6F99639B}" dt="2026-07-07T13:38:38.182" v="290" actId="22"/>
          <ac:spMkLst>
            <pc:docMk/>
            <pc:sldMk cId="0" sldId="259"/>
            <ac:spMk id="9" creationId="{AF2C1F57-8573-9409-475D-5F08F1753937}"/>
          </ac:spMkLst>
        </pc:spChg>
        <pc:graphicFrameChg chg="add mod modGraphic">
          <ac:chgData name="Rohith Reddy" userId="15327854129f0578" providerId="LiveId" clId="{B0A560F6-E562-44DD-8F63-550E6F99639B}" dt="2026-07-08T14:35:09.067" v="385" actId="20577"/>
          <ac:graphicFrameMkLst>
            <pc:docMk/>
            <pc:sldMk cId="0" sldId="259"/>
            <ac:graphicFrameMk id="5" creationId="{33BF2AF8-3829-692E-4EC6-26489D929B2C}"/>
          </ac:graphicFrameMkLst>
        </pc:graphicFrameChg>
      </pc:sldChg>
      <pc:sldChg chg="addSp delSp modSp mod setBg">
        <pc:chgData name="Rohith Reddy" userId="15327854129f0578" providerId="LiveId" clId="{B0A560F6-E562-44DD-8F63-550E6F99639B}" dt="2026-07-07T13:39:45.263" v="311" actId="20577"/>
        <pc:sldMkLst>
          <pc:docMk/>
          <pc:sldMk cId="0" sldId="260"/>
        </pc:sldMkLst>
        <pc:spChg chg="mod">
          <ac:chgData name="Rohith Reddy" userId="15327854129f0578" providerId="LiveId" clId="{B0A560F6-E562-44DD-8F63-550E6F99639B}" dt="2026-07-07T11:46:46.003" v="37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Rohith Reddy" userId="15327854129f0578" providerId="LiveId" clId="{B0A560F6-E562-44DD-8F63-550E6F99639B}" dt="2026-07-07T11:41:13.053" v="28" actId="12084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Rohith Reddy" userId="15327854129f0578" providerId="LiveId" clId="{B0A560F6-E562-44DD-8F63-550E6F99639B}" dt="2026-07-07T13:34:32.514" v="238" actId="478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Rohith Reddy" userId="15327854129f0578" providerId="LiveId" clId="{B0A560F6-E562-44DD-8F63-550E6F99639B}" dt="2026-07-07T13:39:45.263" v="311" actId="20577"/>
          <ac:spMkLst>
            <pc:docMk/>
            <pc:sldMk cId="0" sldId="260"/>
            <ac:spMk id="9" creationId="{AD40583A-7084-2BC5-812C-E777FFC8BC1D}"/>
          </ac:spMkLst>
        </pc:spChg>
        <pc:spChg chg="add">
          <ac:chgData name="Rohith Reddy" userId="15327854129f0578" providerId="LiveId" clId="{B0A560F6-E562-44DD-8F63-550E6F99639B}" dt="2026-07-07T13:38:40.185" v="291" actId="22"/>
          <ac:spMkLst>
            <pc:docMk/>
            <pc:sldMk cId="0" sldId="260"/>
            <ac:spMk id="11" creationId="{9C7F7B2A-48EC-5C43-FAC3-517B87E1C6E8}"/>
          </ac:spMkLst>
        </pc:spChg>
        <pc:spChg chg="add del">
          <ac:chgData name="Rohith Reddy" userId="15327854129f0578" providerId="LiveId" clId="{B0A560F6-E562-44DD-8F63-550E6F99639B}" dt="2026-07-07T11:46:46.003" v="37" actId="26606"/>
          <ac:spMkLst>
            <pc:docMk/>
            <pc:sldMk cId="0" sldId="260"/>
            <ac:spMk id="12" creationId="{25C8D2C1-DA83-420D-9635-D52CE066B5DA}"/>
          </ac:spMkLst>
        </pc:spChg>
        <pc:spChg chg="add del">
          <ac:chgData name="Rohith Reddy" userId="15327854129f0578" providerId="LiveId" clId="{B0A560F6-E562-44DD-8F63-550E6F99639B}" dt="2026-07-07T11:46:46.003" v="37" actId="26606"/>
          <ac:spMkLst>
            <pc:docMk/>
            <pc:sldMk cId="0" sldId="260"/>
            <ac:spMk id="14" creationId="{434F74C9-6A0B-409E-AD1C-45B58BE91BB8}"/>
          </ac:spMkLst>
        </pc:spChg>
        <pc:spChg chg="add del">
          <ac:chgData name="Rohith Reddy" userId="15327854129f0578" providerId="LiveId" clId="{B0A560F6-E562-44DD-8F63-550E6F99639B}" dt="2026-07-07T11:46:46.003" v="37" actId="26606"/>
          <ac:spMkLst>
            <pc:docMk/>
            <pc:sldMk cId="0" sldId="260"/>
            <ac:spMk id="18" creationId="{90AA6468-80AC-4DDF-9CFB-C7A9507E203F}"/>
          </ac:spMkLst>
        </pc:spChg>
        <pc:spChg chg="add del">
          <ac:chgData name="Rohith Reddy" userId="15327854129f0578" providerId="LiveId" clId="{B0A560F6-E562-44DD-8F63-550E6F99639B}" dt="2026-07-07T11:46:46.003" v="37" actId="26606"/>
          <ac:spMkLst>
            <pc:docMk/>
            <pc:sldMk cId="0" sldId="260"/>
            <ac:spMk id="20" creationId="{4AB900CC-5074-4746-A1A4-AF640455BD43}"/>
          </ac:spMkLst>
        </pc:spChg>
        <pc:graphicFrameChg chg="add del mod">
          <ac:chgData name="Rohith Reddy" userId="15327854129f0578" providerId="LiveId" clId="{B0A560F6-E562-44DD-8F63-550E6F99639B}" dt="2026-07-07T11:45:56.217" v="31" actId="478"/>
          <ac:graphicFrameMkLst>
            <pc:docMk/>
            <pc:sldMk cId="0" sldId="260"/>
            <ac:graphicFrameMk id="5" creationId="{19FDE220-D744-2300-FE4B-11E2C5945585}"/>
          </ac:graphicFrameMkLst>
        </pc:graphicFrameChg>
        <pc:picChg chg="add mod">
          <ac:chgData name="Rohith Reddy" userId="15327854129f0578" providerId="LiveId" clId="{B0A560F6-E562-44DD-8F63-550E6F99639B}" dt="2026-07-07T11:47:34.677" v="43" actId="34807"/>
          <ac:picMkLst>
            <pc:docMk/>
            <pc:sldMk cId="0" sldId="260"/>
            <ac:picMk id="7" creationId="{F432B03C-F117-A2DE-97E3-A661DD3FDE38}"/>
          </ac:picMkLst>
        </pc:picChg>
        <pc:cxnChg chg="add del">
          <ac:chgData name="Rohith Reddy" userId="15327854129f0578" providerId="LiveId" clId="{B0A560F6-E562-44DD-8F63-550E6F99639B}" dt="2026-07-07T11:46:46.003" v="37" actId="26606"/>
          <ac:cxnSpMkLst>
            <pc:docMk/>
            <pc:sldMk cId="0" sldId="260"/>
            <ac:cxnSpMk id="16" creationId="{F5486A9D-1265-4B57-91E6-68E666B978BC}"/>
          </ac:cxnSpMkLst>
        </pc:cxnChg>
      </pc:sldChg>
      <pc:sldChg chg="addSp delSp modSp mod">
        <pc:chgData name="Rohith Reddy" userId="15327854129f0578" providerId="LiveId" clId="{B0A560F6-E562-44DD-8F63-550E6F99639B}" dt="2026-07-07T13:39:50.348" v="313" actId="20577"/>
        <pc:sldMkLst>
          <pc:docMk/>
          <pc:sldMk cId="0" sldId="261"/>
        </pc:sldMkLst>
        <pc:spChg chg="del">
          <ac:chgData name="Rohith Reddy" userId="15327854129f0578" providerId="LiveId" clId="{B0A560F6-E562-44DD-8F63-550E6F99639B}" dt="2026-07-07T12:58:43.017" v="110" actId="12084"/>
          <ac:spMkLst>
            <pc:docMk/>
            <pc:sldMk cId="0" sldId="261"/>
            <ac:spMk id="3" creationId="{00000000-0000-0000-0000-000000000000}"/>
          </ac:spMkLst>
        </pc:spChg>
        <pc:spChg chg="del">
          <ac:chgData name="Rohith Reddy" userId="15327854129f0578" providerId="LiveId" clId="{B0A560F6-E562-44DD-8F63-550E6F99639B}" dt="2026-07-07T13:34:35.841" v="239" actId="478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Rohith Reddy" userId="15327854129f0578" providerId="LiveId" clId="{B0A560F6-E562-44DD-8F63-550E6F99639B}" dt="2026-07-07T13:39:50.348" v="313" actId="20577"/>
          <ac:spMkLst>
            <pc:docMk/>
            <pc:sldMk cId="0" sldId="261"/>
            <ac:spMk id="7" creationId="{19A98CA3-2AA1-98AA-DF6C-08BC1518C041}"/>
          </ac:spMkLst>
        </pc:spChg>
        <pc:spChg chg="add">
          <ac:chgData name="Rohith Reddy" userId="15327854129f0578" providerId="LiveId" clId="{B0A560F6-E562-44DD-8F63-550E6F99639B}" dt="2026-07-07T13:38:42.076" v="292" actId="22"/>
          <ac:spMkLst>
            <pc:docMk/>
            <pc:sldMk cId="0" sldId="261"/>
            <ac:spMk id="9" creationId="{3869F5FF-BA5A-41D3-9390-BC3607E1E374}"/>
          </ac:spMkLst>
        </pc:spChg>
        <pc:graphicFrameChg chg="add mod modGraphic">
          <ac:chgData name="Rohith Reddy" userId="15327854129f0578" providerId="LiveId" clId="{B0A560F6-E562-44DD-8F63-550E6F99639B}" dt="2026-07-07T13:23:08.161" v="226" actId="26606"/>
          <ac:graphicFrameMkLst>
            <pc:docMk/>
            <pc:sldMk cId="0" sldId="261"/>
            <ac:graphicFrameMk id="5" creationId="{A47662F7-3135-BDDD-C024-8C71DF3BE6A6}"/>
          </ac:graphicFrameMkLst>
        </pc:graphicFrameChg>
      </pc:sldChg>
      <pc:sldChg chg="addSp delSp modSp mod">
        <pc:chgData name="Rohith Reddy" userId="15327854129f0578" providerId="LiveId" clId="{B0A560F6-E562-44DD-8F63-550E6F99639B}" dt="2026-07-07T13:39:55.238" v="315" actId="20577"/>
        <pc:sldMkLst>
          <pc:docMk/>
          <pc:sldMk cId="0" sldId="262"/>
        </pc:sldMkLst>
        <pc:spChg chg="del">
          <ac:chgData name="Rohith Reddy" userId="15327854129f0578" providerId="LiveId" clId="{B0A560F6-E562-44DD-8F63-550E6F99639B}" dt="2026-07-07T12:59:21.844" v="118" actId="12084"/>
          <ac:spMkLst>
            <pc:docMk/>
            <pc:sldMk cId="0" sldId="262"/>
            <ac:spMk id="3" creationId="{00000000-0000-0000-0000-000000000000}"/>
          </ac:spMkLst>
        </pc:spChg>
        <pc:spChg chg="del">
          <ac:chgData name="Rohith Reddy" userId="15327854129f0578" providerId="LiveId" clId="{B0A560F6-E562-44DD-8F63-550E6F99639B}" dt="2026-07-07T13:34:39.497" v="240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Rohith Reddy" userId="15327854129f0578" providerId="LiveId" clId="{B0A560F6-E562-44DD-8F63-550E6F99639B}" dt="2026-07-07T13:39:55.238" v="315" actId="20577"/>
          <ac:spMkLst>
            <pc:docMk/>
            <pc:sldMk cId="0" sldId="262"/>
            <ac:spMk id="7" creationId="{B158D791-AE0E-FCFE-7252-D939A0F273F9}"/>
          </ac:spMkLst>
        </pc:spChg>
        <pc:spChg chg="add">
          <ac:chgData name="Rohith Reddy" userId="15327854129f0578" providerId="LiveId" clId="{B0A560F6-E562-44DD-8F63-550E6F99639B}" dt="2026-07-07T13:38:44.260" v="293" actId="22"/>
          <ac:spMkLst>
            <pc:docMk/>
            <pc:sldMk cId="0" sldId="262"/>
            <ac:spMk id="9" creationId="{8663C5B5-0021-F111-014B-469A29C49AD8}"/>
          </ac:spMkLst>
        </pc:spChg>
        <pc:graphicFrameChg chg="add mod modGraphic">
          <ac:chgData name="Rohith Reddy" userId="15327854129f0578" providerId="LiveId" clId="{B0A560F6-E562-44DD-8F63-550E6F99639B}" dt="2026-07-07T13:23:28.521" v="227" actId="26606"/>
          <ac:graphicFrameMkLst>
            <pc:docMk/>
            <pc:sldMk cId="0" sldId="262"/>
            <ac:graphicFrameMk id="5" creationId="{294E1AA5-E51C-0B68-4B29-8D2231254A81}"/>
          </ac:graphicFrameMkLst>
        </pc:graphicFrameChg>
      </pc:sldChg>
      <pc:sldChg chg="addSp delSp modSp new mod">
        <pc:chgData name="Rohith Reddy" userId="15327854129f0578" providerId="LiveId" clId="{B0A560F6-E562-44DD-8F63-550E6F99639B}" dt="2026-07-07T13:39:27.593" v="305" actId="20577"/>
        <pc:sldMkLst>
          <pc:docMk/>
          <pc:sldMk cId="2090043170" sldId="263"/>
        </pc:sldMkLst>
        <pc:spChg chg="add">
          <ac:chgData name="Rohith Reddy" userId="15327854129f0578" providerId="LiveId" clId="{B0A560F6-E562-44DD-8F63-550E6F99639B}" dt="2026-07-07T12:29:23.038" v="45" actId="22"/>
          <ac:spMkLst>
            <pc:docMk/>
            <pc:sldMk cId="2090043170" sldId="263"/>
            <ac:spMk id="3" creationId="{00820BBB-960E-3D96-EC49-C092B11B85C5}"/>
          </ac:spMkLst>
        </pc:spChg>
        <pc:spChg chg="add del">
          <ac:chgData name="Rohith Reddy" userId="15327854129f0578" providerId="LiveId" clId="{B0A560F6-E562-44DD-8F63-550E6F99639B}" dt="2026-07-07T12:31:10.243" v="46" actId="12084"/>
          <ac:spMkLst>
            <pc:docMk/>
            <pc:sldMk cId="2090043170" sldId="263"/>
            <ac:spMk id="5" creationId="{E74C3CE5-1F53-BBFE-3ABF-2E6E1420BA00}"/>
          </ac:spMkLst>
        </pc:spChg>
        <pc:spChg chg="add del mod">
          <ac:chgData name="Rohith Reddy" userId="15327854129f0578" providerId="LiveId" clId="{B0A560F6-E562-44DD-8F63-550E6F99639B}" dt="2026-07-07T13:34:17.321" v="235"/>
          <ac:spMkLst>
            <pc:docMk/>
            <pc:sldMk cId="2090043170" sldId="263"/>
            <ac:spMk id="7" creationId="{8D8B00EF-97A2-0BEE-7516-47D47B4A7445}"/>
          </ac:spMkLst>
        </pc:spChg>
        <pc:spChg chg="add mod">
          <ac:chgData name="Rohith Reddy" userId="15327854129f0578" providerId="LiveId" clId="{B0A560F6-E562-44DD-8F63-550E6F99639B}" dt="2026-07-07T13:39:27.593" v="305" actId="20577"/>
          <ac:spMkLst>
            <pc:docMk/>
            <pc:sldMk cId="2090043170" sldId="263"/>
            <ac:spMk id="14" creationId="{F74F74B5-FCBC-A5D5-BB63-8E0356DBA9BB}"/>
          </ac:spMkLst>
        </pc:spChg>
        <pc:spChg chg="add">
          <ac:chgData name="Rohith Reddy" userId="15327854129f0578" providerId="LiveId" clId="{B0A560F6-E562-44DD-8F63-550E6F99639B}" dt="2026-07-07T13:38:32.345" v="288" actId="22"/>
          <ac:spMkLst>
            <pc:docMk/>
            <pc:sldMk cId="2090043170" sldId="263"/>
            <ac:spMk id="16" creationId="{DD3077FD-84C4-F4DE-5AA3-92AEF4423887}"/>
          </ac:spMkLst>
        </pc:spChg>
        <pc:graphicFrameChg chg="add mod modGraphic">
          <ac:chgData name="Rohith Reddy" userId="15327854129f0578" providerId="LiveId" clId="{B0A560F6-E562-44DD-8F63-550E6F99639B}" dt="2026-07-07T13:21:39.219" v="222" actId="26606"/>
          <ac:graphicFrameMkLst>
            <pc:docMk/>
            <pc:sldMk cId="2090043170" sldId="263"/>
            <ac:graphicFrameMk id="8" creationId="{8BB26D5E-DF49-0B1E-46A3-DFA66D5B1264}"/>
          </ac:graphicFrameMkLst>
        </pc:graphicFrameChg>
        <pc:picChg chg="add mod">
          <ac:chgData name="Rohith Reddy" userId="15327854129f0578" providerId="LiveId" clId="{B0A560F6-E562-44DD-8F63-550E6F99639B}" dt="2026-07-07T13:02:46.593" v="128" actId="208"/>
          <ac:picMkLst>
            <pc:docMk/>
            <pc:sldMk cId="2090043170" sldId="263"/>
            <ac:picMk id="10" creationId="{35A29AD1-43FA-034E-CD08-76A6F39734F8}"/>
          </ac:picMkLst>
        </pc:picChg>
        <pc:picChg chg="add mod">
          <ac:chgData name="Rohith Reddy" userId="15327854129f0578" providerId="LiveId" clId="{B0A560F6-E562-44DD-8F63-550E6F99639B}" dt="2026-07-07T13:03:04.245" v="130" actId="1076"/>
          <ac:picMkLst>
            <pc:docMk/>
            <pc:sldMk cId="2090043170" sldId="263"/>
            <ac:picMk id="12" creationId="{12B39109-60A9-5609-83F9-5F0184FEB0F2}"/>
          </ac:picMkLst>
        </pc:picChg>
      </pc:sldChg>
      <pc:sldChg chg="addSp modSp new mod ord setBg">
        <pc:chgData name="Rohith Reddy" userId="15327854129f0578" providerId="LiveId" clId="{B0A560F6-E562-44DD-8F63-550E6F99639B}" dt="2026-07-07T13:40:01.643" v="319" actId="14100"/>
        <pc:sldMkLst>
          <pc:docMk/>
          <pc:sldMk cId="981324911" sldId="264"/>
        </pc:sldMkLst>
        <pc:spChg chg="add mo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2" creationId="{ABC9B671-7A61-BB53-454D-3561E7EFA02B}"/>
          </ac:spMkLst>
        </pc:spChg>
        <pc:spChg chg="add mo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5" creationId="{077EEE10-42E0-AD41-F7E2-BC3A2878F763}"/>
          </ac:spMkLst>
        </pc:spChg>
        <pc:spChg chg="add mod">
          <ac:chgData name="Rohith Reddy" userId="15327854129f0578" providerId="LiveId" clId="{B0A560F6-E562-44DD-8F63-550E6F99639B}" dt="2026-07-07T13:40:01.643" v="319" actId="14100"/>
          <ac:spMkLst>
            <pc:docMk/>
            <pc:sldMk cId="981324911" sldId="264"/>
            <ac:spMk id="7" creationId="{E3DB6D3F-F654-9344-6E07-897A48438298}"/>
          </ac:spMkLst>
        </pc:spChg>
        <pc:spChg chg="add">
          <ac:chgData name="Rohith Reddy" userId="15327854129f0578" providerId="LiveId" clId="{B0A560F6-E562-44DD-8F63-550E6F99639B}" dt="2026-07-07T13:38:45.817" v="294" actId="22"/>
          <ac:spMkLst>
            <pc:docMk/>
            <pc:sldMk cId="981324911" sldId="264"/>
            <ac:spMk id="9" creationId="{1B72B211-91E6-63FE-4521-5482809C33C8}"/>
          </ac:spMkLst>
        </pc:spChg>
        <pc:spChg chg="ad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10" creationId="{4E4490D0-3672-446A-AC12-B4830333BDDD}"/>
          </ac:spMkLst>
        </pc:spChg>
        <pc:spChg chg="ad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12" creationId="{39CB82C2-DF65-4EC1-8280-F201D50F570B}"/>
          </ac:spMkLst>
        </pc:spChg>
        <pc:spChg chg="ad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16" creationId="{FA4CD5CB-D209-4D70-8CA4-629731C59219}"/>
          </ac:spMkLst>
        </pc:spChg>
        <pc:spChg chg="ad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20" creationId="{B4C27B90-DF2B-4D00-BA07-18ED774CD2F1}"/>
          </ac:spMkLst>
        </pc:spChg>
        <pc:spChg chg="add">
          <ac:chgData name="Rohith Reddy" userId="15327854129f0578" providerId="LiveId" clId="{B0A560F6-E562-44DD-8F63-550E6F99639B}" dt="2026-07-07T13:10:21.331" v="183" actId="26606"/>
          <ac:spMkLst>
            <pc:docMk/>
            <pc:sldMk cId="981324911" sldId="264"/>
            <ac:spMk id="22" creationId="{593ACC25-C262-417A-8AA9-0641C772BDB6}"/>
          </ac:spMkLst>
        </pc:spChg>
        <pc:picChg chg="add mod ord">
          <ac:chgData name="Rohith Reddy" userId="15327854129f0578" providerId="LiveId" clId="{B0A560F6-E562-44DD-8F63-550E6F99639B}" dt="2026-07-07T13:10:21.331" v="183" actId="26606"/>
          <ac:picMkLst>
            <pc:docMk/>
            <pc:sldMk cId="981324911" sldId="264"/>
            <ac:picMk id="4" creationId="{A489F0C6-8E0B-1E93-C3D9-A5F972D5E70B}"/>
          </ac:picMkLst>
        </pc:picChg>
        <pc:cxnChg chg="add">
          <ac:chgData name="Rohith Reddy" userId="15327854129f0578" providerId="LiveId" clId="{B0A560F6-E562-44DD-8F63-550E6F99639B}" dt="2026-07-07T13:10:21.331" v="183" actId="26606"/>
          <ac:cxnSpMkLst>
            <pc:docMk/>
            <pc:sldMk cId="981324911" sldId="264"/>
            <ac:cxnSpMk id="14" creationId="{7E1D4427-852B-4B37-8E76-0E9F1810BA2A}"/>
          </ac:cxnSpMkLst>
        </pc:cxnChg>
        <pc:cxnChg chg="add">
          <ac:chgData name="Rohith Reddy" userId="15327854129f0578" providerId="LiveId" clId="{B0A560F6-E562-44DD-8F63-550E6F99639B}" dt="2026-07-07T13:10:21.331" v="183" actId="26606"/>
          <ac:cxnSpMkLst>
            <pc:docMk/>
            <pc:sldMk cId="981324911" sldId="264"/>
            <ac:cxnSpMk id="18" creationId="{5C6A2BAE-B461-4B55-8E1F-0722ABDD1393}"/>
          </ac:cxnSpMkLst>
        </pc:cxnChg>
      </pc:sldChg>
      <pc:sldChg chg="addSp delSp modSp new mod ord setBg">
        <pc:chgData name="Rohith Reddy" userId="15327854129f0578" providerId="LiveId" clId="{B0A560F6-E562-44DD-8F63-550E6F99639B}" dt="2026-07-07T13:41:07.278" v="326" actId="20577"/>
        <pc:sldMkLst>
          <pc:docMk/>
          <pc:sldMk cId="713495660" sldId="265"/>
        </pc:sldMkLst>
        <pc:spChg chg="add mod">
          <ac:chgData name="Rohith Reddy" userId="15327854129f0578" providerId="LiveId" clId="{B0A560F6-E562-44DD-8F63-550E6F99639B}" dt="2026-07-07T13:15:26.696" v="207" actId="1076"/>
          <ac:spMkLst>
            <pc:docMk/>
            <pc:sldMk cId="713495660" sldId="265"/>
            <ac:spMk id="3" creationId="{0CA5F44B-0E3C-F17C-C61D-10D9385BD6C9}"/>
          </ac:spMkLst>
        </pc:spChg>
        <pc:spChg chg="add del mod">
          <ac:chgData name="Rohith Reddy" userId="15327854129f0578" providerId="LiveId" clId="{B0A560F6-E562-44DD-8F63-550E6F99639B}" dt="2026-07-07T13:13:22.405" v="195" actId="21"/>
          <ac:spMkLst>
            <pc:docMk/>
            <pc:sldMk cId="713495660" sldId="265"/>
            <ac:spMk id="6" creationId="{18356028-28CB-748B-61AE-720ECE8A5B38}"/>
          </ac:spMkLst>
        </pc:spChg>
        <pc:spChg chg="add del">
          <ac:chgData name="Rohith Reddy" userId="15327854129f0578" providerId="LiveId" clId="{B0A560F6-E562-44DD-8F63-550E6F99639B}" dt="2026-07-07T13:14:06.561" v="197" actId="21"/>
          <ac:spMkLst>
            <pc:docMk/>
            <pc:sldMk cId="713495660" sldId="265"/>
            <ac:spMk id="8" creationId="{00F617DD-DFC3-6E80-2380-608C2827ACE1}"/>
          </ac:spMkLst>
        </pc:spChg>
        <pc:spChg chg="add">
          <ac:chgData name="Rohith Reddy" userId="15327854129f0578" providerId="LiveId" clId="{B0A560F6-E562-44DD-8F63-550E6F99639B}" dt="2026-07-07T13:14:55.504" v="203" actId="26606"/>
          <ac:spMkLst>
            <pc:docMk/>
            <pc:sldMk cId="713495660" sldId="265"/>
            <ac:spMk id="9" creationId="{4E4490D0-3672-446A-AC12-B4830333BDDD}"/>
          </ac:spMkLst>
        </pc:spChg>
        <pc:spChg chg="add del mod">
          <ac:chgData name="Rohith Reddy" userId="15327854129f0578" providerId="LiveId" clId="{B0A560F6-E562-44DD-8F63-550E6F99639B}" dt="2026-07-07T13:14:23.892" v="200" actId="478"/>
          <ac:spMkLst>
            <pc:docMk/>
            <pc:sldMk cId="713495660" sldId="265"/>
            <ac:spMk id="10" creationId="{04FAA3DD-C4BF-44C2-15E8-D4DF37D9AB5E}"/>
          </ac:spMkLst>
        </pc:spChg>
        <pc:spChg chg="add">
          <ac:chgData name="Rohith Reddy" userId="15327854129f0578" providerId="LiveId" clId="{B0A560F6-E562-44DD-8F63-550E6F99639B}" dt="2026-07-07T13:14:55.504" v="203" actId="26606"/>
          <ac:spMkLst>
            <pc:docMk/>
            <pc:sldMk cId="713495660" sldId="265"/>
            <ac:spMk id="11" creationId="{39CB82C2-DF65-4EC1-8280-F201D50F570B}"/>
          </ac:spMkLst>
        </pc:spChg>
        <pc:spChg chg="add del">
          <ac:chgData name="Rohith Reddy" userId="15327854129f0578" providerId="LiveId" clId="{B0A560F6-E562-44DD-8F63-550E6F99639B}" dt="2026-07-07T13:14:30.504" v="202" actId="21"/>
          <ac:spMkLst>
            <pc:docMk/>
            <pc:sldMk cId="713495660" sldId="265"/>
            <ac:spMk id="12" creationId="{7AF96C97-67D4-063C-5C25-C8D94E3FB450}"/>
          </ac:spMkLst>
        </pc:spChg>
        <pc:spChg chg="add mod">
          <ac:chgData name="Rohith Reddy" userId="15327854129f0578" providerId="LiveId" clId="{B0A560F6-E562-44DD-8F63-550E6F99639B}" dt="2026-07-07T13:19:09.608" v="218" actId="1076"/>
          <ac:spMkLst>
            <pc:docMk/>
            <pc:sldMk cId="713495660" sldId="265"/>
            <ac:spMk id="15" creationId="{83D0DB43-88DA-5D01-313A-0FEB7C343B7E}"/>
          </ac:spMkLst>
        </pc:spChg>
        <pc:spChg chg="add">
          <ac:chgData name="Rohith Reddy" userId="15327854129f0578" providerId="LiveId" clId="{B0A560F6-E562-44DD-8F63-550E6F99639B}" dt="2026-07-07T13:14:55.504" v="203" actId="26606"/>
          <ac:spMkLst>
            <pc:docMk/>
            <pc:sldMk cId="713495660" sldId="265"/>
            <ac:spMk id="16" creationId="{5AE6C737-FF55-4064-94B7-0B21D2EB6045}"/>
          </ac:spMkLst>
        </pc:spChg>
        <pc:spChg chg="add mod">
          <ac:chgData name="Rohith Reddy" userId="15327854129f0578" providerId="LiveId" clId="{B0A560F6-E562-44DD-8F63-550E6F99639B}" dt="2026-07-07T13:35:30.206" v="251" actId="1076"/>
          <ac:spMkLst>
            <pc:docMk/>
            <pc:sldMk cId="713495660" sldId="265"/>
            <ac:spMk id="17" creationId="{D17DA968-BDF9-DF43-DEA8-B9D9CFC18D70}"/>
          </ac:spMkLst>
        </pc:spChg>
        <pc:spChg chg="add mod">
          <ac:chgData name="Rohith Reddy" userId="15327854129f0578" providerId="LiveId" clId="{B0A560F6-E562-44DD-8F63-550E6F99639B}" dt="2026-07-07T13:41:07.278" v="326" actId="20577"/>
          <ac:spMkLst>
            <pc:docMk/>
            <pc:sldMk cId="713495660" sldId="265"/>
            <ac:spMk id="19" creationId="{90D8D470-4478-18C6-ADEA-770BEEEDA522}"/>
          </ac:spMkLst>
        </pc:spChg>
        <pc:spChg chg="add">
          <ac:chgData name="Rohith Reddy" userId="15327854129f0578" providerId="LiveId" clId="{B0A560F6-E562-44DD-8F63-550E6F99639B}" dt="2026-07-07T13:14:55.504" v="203" actId="26606"/>
          <ac:spMkLst>
            <pc:docMk/>
            <pc:sldMk cId="713495660" sldId="265"/>
            <ac:spMk id="20" creationId="{D8218D9F-38B6-4AE0-9051-5434D19A5277}"/>
          </ac:spMkLst>
        </pc:spChg>
        <pc:spChg chg="add">
          <ac:chgData name="Rohith Reddy" userId="15327854129f0578" providerId="LiveId" clId="{B0A560F6-E562-44DD-8F63-550E6F99639B}" dt="2026-07-07T13:14:55.504" v="203" actId="26606"/>
          <ac:spMkLst>
            <pc:docMk/>
            <pc:sldMk cId="713495660" sldId="265"/>
            <ac:spMk id="22" creationId="{2D3DCA99-84AF-487A-BF72-91C5FA6B0B70}"/>
          </ac:spMkLst>
        </pc:spChg>
        <pc:picChg chg="add del">
          <ac:chgData name="Rohith Reddy" userId="15327854129f0578" providerId="LiveId" clId="{B0A560F6-E562-44DD-8F63-550E6F99639B}" dt="2026-07-07T13:12:05.977" v="185" actId="22"/>
          <ac:picMkLst>
            <pc:docMk/>
            <pc:sldMk cId="713495660" sldId="265"/>
            <ac:picMk id="5" creationId="{92DC7710-6A8D-DE92-1FBF-2BEB0C41BD97}"/>
          </ac:picMkLst>
        </pc:picChg>
        <pc:picChg chg="add">
          <ac:chgData name="Rohith Reddy" userId="15327854129f0578" providerId="LiveId" clId="{B0A560F6-E562-44DD-8F63-550E6F99639B}" dt="2026-07-07T13:14:55.504" v="203" actId="26606"/>
          <ac:picMkLst>
            <pc:docMk/>
            <pc:sldMk cId="713495660" sldId="265"/>
            <ac:picMk id="7" creationId="{9E23F868-FEBC-F5F8-46D7-B027BECA38D5}"/>
          </ac:picMkLst>
        </pc:picChg>
        <pc:cxnChg chg="add">
          <ac:chgData name="Rohith Reddy" userId="15327854129f0578" providerId="LiveId" clId="{B0A560F6-E562-44DD-8F63-550E6F99639B}" dt="2026-07-07T13:14:55.504" v="203" actId="26606"/>
          <ac:cxnSpMkLst>
            <pc:docMk/>
            <pc:sldMk cId="713495660" sldId="265"/>
            <ac:cxnSpMk id="14" creationId="{7E1D4427-852B-4B37-8E76-0E9F1810BA2A}"/>
          </ac:cxnSpMkLst>
        </pc:cxnChg>
        <pc:cxnChg chg="add">
          <ac:chgData name="Rohith Reddy" userId="15327854129f0578" providerId="LiveId" clId="{B0A560F6-E562-44DD-8F63-550E6F99639B}" dt="2026-07-07T13:14:55.504" v="203" actId="26606"/>
          <ac:cxnSpMkLst>
            <pc:docMk/>
            <pc:sldMk cId="713495660" sldId="265"/>
            <ac:cxnSpMk id="18" creationId="{6B5B1DD8-6224-4137-8621-32982B00F9FC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3D4D22-B793-4FE9-B722-405881920532}" type="doc">
      <dgm:prSet loTypeId="urn:microsoft.com/office/officeart/2018/2/layout/IconCircle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8C6C63-B091-4E8E-AFA8-2CEA3B58D58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The Prediction Target: </a:t>
          </a:r>
          <a:r>
            <a:rPr lang="en-IN" dirty="0" err="1"/>
            <a:t>team_total_score</a:t>
          </a:r>
          <a:r>
            <a:rPr lang="en-IN" dirty="0"/>
            <a:t> (Continuous target regression variable tracking absolute runs scored in an individual innings).</a:t>
          </a:r>
        </a:p>
      </dgm:t>
    </dgm:pt>
    <dgm:pt modelId="{3C6DD312-D0C5-4DEB-8737-0CAEF4AE4D9A}" type="parTrans" cxnId="{2AE7AFC4-E7FF-458F-9B16-F5B135A2CD08}">
      <dgm:prSet/>
      <dgm:spPr/>
      <dgm:t>
        <a:bodyPr/>
        <a:lstStyle/>
        <a:p>
          <a:endParaRPr lang="en-IN"/>
        </a:p>
      </dgm:t>
    </dgm:pt>
    <dgm:pt modelId="{1587E0B4-050F-4415-A21F-6E34697E0F83}" type="sibTrans" cxnId="{2AE7AFC4-E7FF-458F-9B16-F5B135A2CD08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7041486D-9851-4E24-B084-C3B3C557507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Machine Learning Paradigm: </a:t>
          </a:r>
          <a:r>
            <a:rPr lang="en-IN"/>
            <a:t>Supervised Numerical Regression.</a:t>
          </a:r>
        </a:p>
      </dgm:t>
    </dgm:pt>
    <dgm:pt modelId="{0DD490BB-1716-4E06-9C82-C8B8C4D8C51A}" type="parTrans" cxnId="{F964ECFD-D376-4605-9744-AF14C855AC31}">
      <dgm:prSet/>
      <dgm:spPr/>
      <dgm:t>
        <a:bodyPr/>
        <a:lstStyle/>
        <a:p>
          <a:endParaRPr lang="en-IN"/>
        </a:p>
      </dgm:t>
    </dgm:pt>
    <dgm:pt modelId="{33C5867F-1A5E-4AEB-8BAE-B6204DEBC8C6}" type="sibTrans" cxnId="{F964ECFD-D376-4605-9744-AF14C855AC31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9F476C4C-01C1-4F26-BF7D-CA644AA75C8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Core Problem Constraint: </a:t>
          </a:r>
          <a:r>
            <a:rPr lang="en-IN"/>
            <a:t>Standard sports analytics over-indexes on historical player averages while ignoring real-time planetary parameters.</a:t>
          </a:r>
        </a:p>
      </dgm:t>
    </dgm:pt>
    <dgm:pt modelId="{18437E9C-496D-47C8-89FE-1DC3A8030996}" type="parTrans" cxnId="{90CE795E-6326-4D79-BFF6-6B0F28D1CAC2}">
      <dgm:prSet/>
      <dgm:spPr/>
      <dgm:t>
        <a:bodyPr/>
        <a:lstStyle/>
        <a:p>
          <a:endParaRPr lang="en-IN"/>
        </a:p>
      </dgm:t>
    </dgm:pt>
    <dgm:pt modelId="{8101178D-9E07-4CA3-B78A-F86ACEFDCA6F}" type="sibTrans" cxnId="{90CE795E-6326-4D79-BFF6-6B0F28D1CAC2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6E9082BF-3AE9-42AB-850D-38BB2688DA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Strategic Format Justification:</a:t>
          </a:r>
          <a:r>
            <a:rPr lang="en-IN"/>
            <a:t> Prioritized the ODI format to reduce the high scoring volatility and extreme randomness inherent to short-form T20 data, establishing a more balanced scoring baseline for tree-based estimators to isolate true climate modifiers.</a:t>
          </a:r>
        </a:p>
      </dgm:t>
    </dgm:pt>
    <dgm:pt modelId="{1D1290F0-B22B-4CE6-9C0B-ABF260A77F67}" type="parTrans" cxnId="{8FE307B8-3BFD-44F7-A6A6-22B52BCF1873}">
      <dgm:prSet/>
      <dgm:spPr/>
      <dgm:t>
        <a:bodyPr/>
        <a:lstStyle/>
        <a:p>
          <a:endParaRPr lang="en-IN"/>
        </a:p>
      </dgm:t>
    </dgm:pt>
    <dgm:pt modelId="{89975835-24EB-4661-89E7-745EE7F8F172}" type="sibTrans" cxnId="{8FE307B8-3BFD-44F7-A6A6-22B52BCF1873}">
      <dgm:prSet/>
      <dgm:spPr/>
      <dgm:t>
        <a:bodyPr/>
        <a:lstStyle/>
        <a:p>
          <a:endParaRPr lang="en-IN"/>
        </a:p>
      </dgm:t>
    </dgm:pt>
    <dgm:pt modelId="{78AAD5A7-8740-4A32-82DE-155E209A892D}" type="pres">
      <dgm:prSet presAssocID="{043D4D22-B793-4FE9-B722-405881920532}" presName="root" presStyleCnt="0">
        <dgm:presLayoutVars>
          <dgm:dir/>
          <dgm:resizeHandles val="exact"/>
        </dgm:presLayoutVars>
      </dgm:prSet>
      <dgm:spPr/>
    </dgm:pt>
    <dgm:pt modelId="{C2132526-0CC7-4DFA-9412-A24CD5B26A0B}" type="pres">
      <dgm:prSet presAssocID="{043D4D22-B793-4FE9-B722-405881920532}" presName="container" presStyleCnt="0">
        <dgm:presLayoutVars>
          <dgm:dir/>
          <dgm:resizeHandles val="exact"/>
        </dgm:presLayoutVars>
      </dgm:prSet>
      <dgm:spPr/>
    </dgm:pt>
    <dgm:pt modelId="{92C76630-3D77-44AA-946E-5AA12A55298D}" type="pres">
      <dgm:prSet presAssocID="{F08C6C63-B091-4E8E-AFA8-2CEA3B58D587}" presName="compNode" presStyleCnt="0"/>
      <dgm:spPr/>
    </dgm:pt>
    <dgm:pt modelId="{7721890D-A13E-4FF6-BB79-188468BE8DEE}" type="pres">
      <dgm:prSet presAssocID="{F08C6C63-B091-4E8E-AFA8-2CEA3B58D587}" presName="iconBgRect" presStyleLbl="bgShp" presStyleIdx="0" presStyleCnt="4"/>
      <dgm:spPr/>
    </dgm:pt>
    <dgm:pt modelId="{D3B31BB2-B2E6-4161-85F2-12341DE432A2}" type="pres">
      <dgm:prSet presAssocID="{F08C6C63-B091-4E8E-AFA8-2CEA3B58D58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57AD9D4D-9675-4F56-BB58-D79CFD5EEDA6}" type="pres">
      <dgm:prSet presAssocID="{F08C6C63-B091-4E8E-AFA8-2CEA3B58D587}" presName="spaceRect" presStyleCnt="0"/>
      <dgm:spPr/>
    </dgm:pt>
    <dgm:pt modelId="{F53A569D-E2A0-486F-9D70-1810B2161E6C}" type="pres">
      <dgm:prSet presAssocID="{F08C6C63-B091-4E8E-AFA8-2CEA3B58D587}" presName="textRect" presStyleLbl="revTx" presStyleIdx="0" presStyleCnt="4">
        <dgm:presLayoutVars>
          <dgm:chMax val="1"/>
          <dgm:chPref val="1"/>
        </dgm:presLayoutVars>
      </dgm:prSet>
      <dgm:spPr/>
    </dgm:pt>
    <dgm:pt modelId="{FC84C94A-22CC-4408-A8A3-121C428BFD77}" type="pres">
      <dgm:prSet presAssocID="{1587E0B4-050F-4415-A21F-6E34697E0F83}" presName="sibTrans" presStyleLbl="sibTrans2D1" presStyleIdx="0" presStyleCnt="0"/>
      <dgm:spPr/>
    </dgm:pt>
    <dgm:pt modelId="{0D221033-3BC6-455C-AD37-DD0AA82797E0}" type="pres">
      <dgm:prSet presAssocID="{7041486D-9851-4E24-B084-C3B3C5575070}" presName="compNode" presStyleCnt="0"/>
      <dgm:spPr/>
    </dgm:pt>
    <dgm:pt modelId="{E149993C-BDC5-436D-9E23-CD3AC345860C}" type="pres">
      <dgm:prSet presAssocID="{7041486D-9851-4E24-B084-C3B3C5575070}" presName="iconBgRect" presStyleLbl="bgShp" presStyleIdx="1" presStyleCnt="4"/>
      <dgm:spPr/>
    </dgm:pt>
    <dgm:pt modelId="{E2C063CC-D25E-455B-97A6-CCD1B4DC5D1B}" type="pres">
      <dgm:prSet presAssocID="{7041486D-9851-4E24-B084-C3B3C55750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379FAF46-3406-4499-9C1A-473DBC19EDC0}" type="pres">
      <dgm:prSet presAssocID="{7041486D-9851-4E24-B084-C3B3C5575070}" presName="spaceRect" presStyleCnt="0"/>
      <dgm:spPr/>
    </dgm:pt>
    <dgm:pt modelId="{A61F753E-7BEF-47F7-BB73-F163895D594E}" type="pres">
      <dgm:prSet presAssocID="{7041486D-9851-4E24-B084-C3B3C5575070}" presName="textRect" presStyleLbl="revTx" presStyleIdx="1" presStyleCnt="4">
        <dgm:presLayoutVars>
          <dgm:chMax val="1"/>
          <dgm:chPref val="1"/>
        </dgm:presLayoutVars>
      </dgm:prSet>
      <dgm:spPr/>
    </dgm:pt>
    <dgm:pt modelId="{B317AB7C-3D23-408B-8057-BA3216879D95}" type="pres">
      <dgm:prSet presAssocID="{33C5867F-1A5E-4AEB-8BAE-B6204DEBC8C6}" presName="sibTrans" presStyleLbl="sibTrans2D1" presStyleIdx="0" presStyleCnt="0"/>
      <dgm:spPr/>
    </dgm:pt>
    <dgm:pt modelId="{FDCC3461-430C-409F-9BA7-134058EF41F0}" type="pres">
      <dgm:prSet presAssocID="{9F476C4C-01C1-4F26-BF7D-CA644AA75C8A}" presName="compNode" presStyleCnt="0"/>
      <dgm:spPr/>
    </dgm:pt>
    <dgm:pt modelId="{037D63A0-5819-4D7E-9142-3DE335DE2A5D}" type="pres">
      <dgm:prSet presAssocID="{9F476C4C-01C1-4F26-BF7D-CA644AA75C8A}" presName="iconBgRect" presStyleLbl="bgShp" presStyleIdx="2" presStyleCnt="4"/>
      <dgm:spPr/>
    </dgm:pt>
    <dgm:pt modelId="{C23483CD-A943-4BCC-B7BD-F7082EA5F71F}" type="pres">
      <dgm:prSet presAssocID="{9F476C4C-01C1-4F26-BF7D-CA644AA75C8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ball"/>
        </a:ext>
      </dgm:extLst>
    </dgm:pt>
    <dgm:pt modelId="{15329527-17E8-4C53-ADCA-FEF57B86AB92}" type="pres">
      <dgm:prSet presAssocID="{9F476C4C-01C1-4F26-BF7D-CA644AA75C8A}" presName="spaceRect" presStyleCnt="0"/>
      <dgm:spPr/>
    </dgm:pt>
    <dgm:pt modelId="{F71DB086-6DE3-4C78-957D-E1E598F4827B}" type="pres">
      <dgm:prSet presAssocID="{9F476C4C-01C1-4F26-BF7D-CA644AA75C8A}" presName="textRect" presStyleLbl="revTx" presStyleIdx="2" presStyleCnt="4">
        <dgm:presLayoutVars>
          <dgm:chMax val="1"/>
          <dgm:chPref val="1"/>
        </dgm:presLayoutVars>
      </dgm:prSet>
      <dgm:spPr/>
    </dgm:pt>
    <dgm:pt modelId="{D2D8E249-7B7E-4723-9CC9-6D363EBAA943}" type="pres">
      <dgm:prSet presAssocID="{8101178D-9E07-4CA3-B78A-F86ACEFDCA6F}" presName="sibTrans" presStyleLbl="sibTrans2D1" presStyleIdx="0" presStyleCnt="0"/>
      <dgm:spPr/>
    </dgm:pt>
    <dgm:pt modelId="{2E31CA5C-B611-4A1A-A9B9-E897CFE44950}" type="pres">
      <dgm:prSet presAssocID="{6E9082BF-3AE9-42AB-850D-38BB2688DAE0}" presName="compNode" presStyleCnt="0"/>
      <dgm:spPr/>
    </dgm:pt>
    <dgm:pt modelId="{519D7720-5A29-431A-83F4-389D712D0A40}" type="pres">
      <dgm:prSet presAssocID="{6E9082BF-3AE9-42AB-850D-38BB2688DAE0}" presName="iconBgRect" presStyleLbl="bgShp" presStyleIdx="3" presStyleCnt="4"/>
      <dgm:spPr/>
    </dgm:pt>
    <dgm:pt modelId="{3E23A08C-4076-4D25-A14D-2036F82BBB80}" type="pres">
      <dgm:prSet presAssocID="{6E9082BF-3AE9-42AB-850D-38BB2688DAE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2CDBCB-E699-4ACF-B5AE-DB959B5539ED}" type="pres">
      <dgm:prSet presAssocID="{6E9082BF-3AE9-42AB-850D-38BB2688DAE0}" presName="spaceRect" presStyleCnt="0"/>
      <dgm:spPr/>
    </dgm:pt>
    <dgm:pt modelId="{72769437-59F5-496D-950D-190D60FE148B}" type="pres">
      <dgm:prSet presAssocID="{6E9082BF-3AE9-42AB-850D-38BB2688DAE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136D42B-FE4A-4FC6-85D6-6908D8816F27}" type="presOf" srcId="{F08C6C63-B091-4E8E-AFA8-2CEA3B58D587}" destId="{F53A569D-E2A0-486F-9D70-1810B2161E6C}" srcOrd="0" destOrd="0" presId="urn:microsoft.com/office/officeart/2018/2/layout/IconCircleList"/>
    <dgm:cxn modelId="{90CE795E-6326-4D79-BFF6-6B0F28D1CAC2}" srcId="{043D4D22-B793-4FE9-B722-405881920532}" destId="{9F476C4C-01C1-4F26-BF7D-CA644AA75C8A}" srcOrd="2" destOrd="0" parTransId="{18437E9C-496D-47C8-89FE-1DC3A8030996}" sibTransId="{8101178D-9E07-4CA3-B78A-F86ACEFDCA6F}"/>
    <dgm:cxn modelId="{864DF260-189A-410D-98C0-836918C17C54}" type="presOf" srcId="{043D4D22-B793-4FE9-B722-405881920532}" destId="{78AAD5A7-8740-4A32-82DE-155E209A892D}" srcOrd="0" destOrd="0" presId="urn:microsoft.com/office/officeart/2018/2/layout/IconCircleList"/>
    <dgm:cxn modelId="{88901C74-A042-46B4-83EA-A6E314BF770E}" type="presOf" srcId="{8101178D-9E07-4CA3-B78A-F86ACEFDCA6F}" destId="{D2D8E249-7B7E-4723-9CC9-6D363EBAA943}" srcOrd="0" destOrd="0" presId="urn:microsoft.com/office/officeart/2018/2/layout/IconCircleList"/>
    <dgm:cxn modelId="{8FE307B8-3BFD-44F7-A6A6-22B52BCF1873}" srcId="{043D4D22-B793-4FE9-B722-405881920532}" destId="{6E9082BF-3AE9-42AB-850D-38BB2688DAE0}" srcOrd="3" destOrd="0" parTransId="{1D1290F0-B22B-4CE6-9C0B-ABF260A77F67}" sibTransId="{89975835-24EB-4661-89E7-745EE7F8F172}"/>
    <dgm:cxn modelId="{303D91BA-F515-4C14-B015-6F25277A8E80}" type="presOf" srcId="{7041486D-9851-4E24-B084-C3B3C5575070}" destId="{A61F753E-7BEF-47F7-BB73-F163895D594E}" srcOrd="0" destOrd="0" presId="urn:microsoft.com/office/officeart/2018/2/layout/IconCircleList"/>
    <dgm:cxn modelId="{2AE7AFC4-E7FF-458F-9B16-F5B135A2CD08}" srcId="{043D4D22-B793-4FE9-B722-405881920532}" destId="{F08C6C63-B091-4E8E-AFA8-2CEA3B58D587}" srcOrd="0" destOrd="0" parTransId="{3C6DD312-D0C5-4DEB-8737-0CAEF4AE4D9A}" sibTransId="{1587E0B4-050F-4415-A21F-6E34697E0F83}"/>
    <dgm:cxn modelId="{1AB641CF-B2CC-4EA3-A64E-12A8566482AE}" type="presOf" srcId="{6E9082BF-3AE9-42AB-850D-38BB2688DAE0}" destId="{72769437-59F5-496D-950D-190D60FE148B}" srcOrd="0" destOrd="0" presId="urn:microsoft.com/office/officeart/2018/2/layout/IconCircleList"/>
    <dgm:cxn modelId="{EDB363EA-7A14-4761-9EE3-C82A0D2989EA}" type="presOf" srcId="{33C5867F-1A5E-4AEB-8BAE-B6204DEBC8C6}" destId="{B317AB7C-3D23-408B-8057-BA3216879D95}" srcOrd="0" destOrd="0" presId="urn:microsoft.com/office/officeart/2018/2/layout/IconCircleList"/>
    <dgm:cxn modelId="{D15E06F5-52A9-41C2-B7DF-AF84B2B7A586}" type="presOf" srcId="{9F476C4C-01C1-4F26-BF7D-CA644AA75C8A}" destId="{F71DB086-6DE3-4C78-957D-E1E598F4827B}" srcOrd="0" destOrd="0" presId="urn:microsoft.com/office/officeart/2018/2/layout/IconCircleList"/>
    <dgm:cxn modelId="{6CEAC2FC-919F-409B-A3D1-F0B824330EF6}" type="presOf" srcId="{1587E0B4-050F-4415-A21F-6E34697E0F83}" destId="{FC84C94A-22CC-4408-A8A3-121C428BFD77}" srcOrd="0" destOrd="0" presId="urn:microsoft.com/office/officeart/2018/2/layout/IconCircleList"/>
    <dgm:cxn modelId="{F964ECFD-D376-4605-9744-AF14C855AC31}" srcId="{043D4D22-B793-4FE9-B722-405881920532}" destId="{7041486D-9851-4E24-B084-C3B3C5575070}" srcOrd="1" destOrd="0" parTransId="{0DD490BB-1716-4E06-9C82-C8B8C4D8C51A}" sibTransId="{33C5867F-1A5E-4AEB-8BAE-B6204DEBC8C6}"/>
    <dgm:cxn modelId="{5ECEEC7D-1310-425D-9930-C6BA8CA6C6B8}" type="presParOf" srcId="{78AAD5A7-8740-4A32-82DE-155E209A892D}" destId="{C2132526-0CC7-4DFA-9412-A24CD5B26A0B}" srcOrd="0" destOrd="0" presId="urn:microsoft.com/office/officeart/2018/2/layout/IconCircleList"/>
    <dgm:cxn modelId="{907CCF1B-45DC-439B-8944-AD2638E8C030}" type="presParOf" srcId="{C2132526-0CC7-4DFA-9412-A24CD5B26A0B}" destId="{92C76630-3D77-44AA-946E-5AA12A55298D}" srcOrd="0" destOrd="0" presId="urn:microsoft.com/office/officeart/2018/2/layout/IconCircleList"/>
    <dgm:cxn modelId="{0AFAF31B-18AD-4164-8C0C-92740E3A247B}" type="presParOf" srcId="{92C76630-3D77-44AA-946E-5AA12A55298D}" destId="{7721890D-A13E-4FF6-BB79-188468BE8DEE}" srcOrd="0" destOrd="0" presId="urn:microsoft.com/office/officeart/2018/2/layout/IconCircleList"/>
    <dgm:cxn modelId="{99FCCB7D-BA91-43F1-8697-EF23438F34F3}" type="presParOf" srcId="{92C76630-3D77-44AA-946E-5AA12A55298D}" destId="{D3B31BB2-B2E6-4161-85F2-12341DE432A2}" srcOrd="1" destOrd="0" presId="urn:microsoft.com/office/officeart/2018/2/layout/IconCircleList"/>
    <dgm:cxn modelId="{BC60D08A-1AC1-427E-AA7C-35C7C79E2004}" type="presParOf" srcId="{92C76630-3D77-44AA-946E-5AA12A55298D}" destId="{57AD9D4D-9675-4F56-BB58-D79CFD5EEDA6}" srcOrd="2" destOrd="0" presId="urn:microsoft.com/office/officeart/2018/2/layout/IconCircleList"/>
    <dgm:cxn modelId="{E15C69BA-420A-41AD-AA3B-613422F5BE38}" type="presParOf" srcId="{92C76630-3D77-44AA-946E-5AA12A55298D}" destId="{F53A569D-E2A0-486F-9D70-1810B2161E6C}" srcOrd="3" destOrd="0" presId="urn:microsoft.com/office/officeart/2018/2/layout/IconCircleList"/>
    <dgm:cxn modelId="{650F545E-0BE8-4CBF-9C8C-DC35F734C981}" type="presParOf" srcId="{C2132526-0CC7-4DFA-9412-A24CD5B26A0B}" destId="{FC84C94A-22CC-4408-A8A3-121C428BFD77}" srcOrd="1" destOrd="0" presId="urn:microsoft.com/office/officeart/2018/2/layout/IconCircleList"/>
    <dgm:cxn modelId="{5F236354-BCD2-4CD9-A2E7-AE5ECD786C69}" type="presParOf" srcId="{C2132526-0CC7-4DFA-9412-A24CD5B26A0B}" destId="{0D221033-3BC6-455C-AD37-DD0AA82797E0}" srcOrd="2" destOrd="0" presId="urn:microsoft.com/office/officeart/2018/2/layout/IconCircleList"/>
    <dgm:cxn modelId="{1C27BD3A-73D2-4992-B347-BE1FC7BF493C}" type="presParOf" srcId="{0D221033-3BC6-455C-AD37-DD0AA82797E0}" destId="{E149993C-BDC5-436D-9E23-CD3AC345860C}" srcOrd="0" destOrd="0" presId="urn:microsoft.com/office/officeart/2018/2/layout/IconCircleList"/>
    <dgm:cxn modelId="{55FD7DE3-C967-4D11-85E6-9B983CE34A98}" type="presParOf" srcId="{0D221033-3BC6-455C-AD37-DD0AA82797E0}" destId="{E2C063CC-D25E-455B-97A6-CCD1B4DC5D1B}" srcOrd="1" destOrd="0" presId="urn:microsoft.com/office/officeart/2018/2/layout/IconCircleList"/>
    <dgm:cxn modelId="{9C0FE3D8-266D-49E5-BD77-D19E244BBE08}" type="presParOf" srcId="{0D221033-3BC6-455C-AD37-DD0AA82797E0}" destId="{379FAF46-3406-4499-9C1A-473DBC19EDC0}" srcOrd="2" destOrd="0" presId="urn:microsoft.com/office/officeart/2018/2/layout/IconCircleList"/>
    <dgm:cxn modelId="{F0A5E776-BBDD-401F-87CF-BF6A9D4BE790}" type="presParOf" srcId="{0D221033-3BC6-455C-AD37-DD0AA82797E0}" destId="{A61F753E-7BEF-47F7-BB73-F163895D594E}" srcOrd="3" destOrd="0" presId="urn:microsoft.com/office/officeart/2018/2/layout/IconCircleList"/>
    <dgm:cxn modelId="{62A6FEB7-D3D7-4111-9970-A1661A55058B}" type="presParOf" srcId="{C2132526-0CC7-4DFA-9412-A24CD5B26A0B}" destId="{B317AB7C-3D23-408B-8057-BA3216879D95}" srcOrd="3" destOrd="0" presId="urn:microsoft.com/office/officeart/2018/2/layout/IconCircleList"/>
    <dgm:cxn modelId="{DB80349B-A4B6-4274-9FCE-B31209877D01}" type="presParOf" srcId="{C2132526-0CC7-4DFA-9412-A24CD5B26A0B}" destId="{FDCC3461-430C-409F-9BA7-134058EF41F0}" srcOrd="4" destOrd="0" presId="urn:microsoft.com/office/officeart/2018/2/layout/IconCircleList"/>
    <dgm:cxn modelId="{CDBB473F-E71E-44FB-92F9-078F48641EF3}" type="presParOf" srcId="{FDCC3461-430C-409F-9BA7-134058EF41F0}" destId="{037D63A0-5819-4D7E-9142-3DE335DE2A5D}" srcOrd="0" destOrd="0" presId="urn:microsoft.com/office/officeart/2018/2/layout/IconCircleList"/>
    <dgm:cxn modelId="{32A259A5-C445-4D07-AFBF-1288349A15C1}" type="presParOf" srcId="{FDCC3461-430C-409F-9BA7-134058EF41F0}" destId="{C23483CD-A943-4BCC-B7BD-F7082EA5F71F}" srcOrd="1" destOrd="0" presId="urn:microsoft.com/office/officeart/2018/2/layout/IconCircleList"/>
    <dgm:cxn modelId="{2A84F39C-A02D-490A-A780-D8970AD132E7}" type="presParOf" srcId="{FDCC3461-430C-409F-9BA7-134058EF41F0}" destId="{15329527-17E8-4C53-ADCA-FEF57B86AB92}" srcOrd="2" destOrd="0" presId="urn:microsoft.com/office/officeart/2018/2/layout/IconCircleList"/>
    <dgm:cxn modelId="{FC022CCD-FFB8-4782-A42C-6941AB463627}" type="presParOf" srcId="{FDCC3461-430C-409F-9BA7-134058EF41F0}" destId="{F71DB086-6DE3-4C78-957D-E1E598F4827B}" srcOrd="3" destOrd="0" presId="urn:microsoft.com/office/officeart/2018/2/layout/IconCircleList"/>
    <dgm:cxn modelId="{9E180011-5DC3-42C7-BA8C-78D4C763AD9E}" type="presParOf" srcId="{C2132526-0CC7-4DFA-9412-A24CD5B26A0B}" destId="{D2D8E249-7B7E-4723-9CC9-6D363EBAA943}" srcOrd="5" destOrd="0" presId="urn:microsoft.com/office/officeart/2018/2/layout/IconCircleList"/>
    <dgm:cxn modelId="{5B0D445D-B285-4E57-B04F-485BEAF6E661}" type="presParOf" srcId="{C2132526-0CC7-4DFA-9412-A24CD5B26A0B}" destId="{2E31CA5C-B611-4A1A-A9B9-E897CFE44950}" srcOrd="6" destOrd="0" presId="urn:microsoft.com/office/officeart/2018/2/layout/IconCircleList"/>
    <dgm:cxn modelId="{9F646EE8-E17A-4C9D-A332-7AE980856E49}" type="presParOf" srcId="{2E31CA5C-B611-4A1A-A9B9-E897CFE44950}" destId="{519D7720-5A29-431A-83F4-389D712D0A40}" srcOrd="0" destOrd="0" presId="urn:microsoft.com/office/officeart/2018/2/layout/IconCircleList"/>
    <dgm:cxn modelId="{8F77A32F-8CD9-4114-86AC-77EF4A8EEF47}" type="presParOf" srcId="{2E31CA5C-B611-4A1A-A9B9-E897CFE44950}" destId="{3E23A08C-4076-4D25-A14D-2036F82BBB80}" srcOrd="1" destOrd="0" presId="urn:microsoft.com/office/officeart/2018/2/layout/IconCircleList"/>
    <dgm:cxn modelId="{2BBDAD09-63C4-46C5-9720-F00B9A79D446}" type="presParOf" srcId="{2E31CA5C-B611-4A1A-A9B9-E897CFE44950}" destId="{E22CDBCB-E699-4ACF-B5AE-DB959B5539ED}" srcOrd="2" destOrd="0" presId="urn:microsoft.com/office/officeart/2018/2/layout/IconCircleList"/>
    <dgm:cxn modelId="{C737931C-02BD-470B-AF77-0F21AEF9CA40}" type="presParOf" srcId="{2E31CA5C-B611-4A1A-A9B9-E897CFE44950}" destId="{72769437-59F5-496D-950D-190D60FE148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D8000D-B3AB-42D1-A084-4FE532FDFACC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82DCB1-DF93-491F-BD28-CCF56E94362B}">
      <dgm:prSet/>
      <dgm:spPr/>
      <dgm:t>
        <a:bodyPr/>
        <a:lstStyle/>
        <a:p>
          <a:r>
            <a:rPr lang="en-IN" b="1" dirty="0"/>
            <a:t>Dataset Matrix Scale: </a:t>
          </a:r>
          <a:r>
            <a:rPr lang="en-IN" dirty="0"/>
            <a:t>1,148 unique chronological rows spanning major multi-format fixtures from 2022 to 2026.</a:t>
          </a:r>
        </a:p>
      </dgm:t>
    </dgm:pt>
    <dgm:pt modelId="{953DDDFE-4CED-49FD-BBC4-0EE033351311}" type="parTrans" cxnId="{41D15AA2-D81C-4D6B-9C15-9C50B6EED9DA}">
      <dgm:prSet/>
      <dgm:spPr/>
      <dgm:t>
        <a:bodyPr/>
        <a:lstStyle/>
        <a:p>
          <a:endParaRPr lang="en-IN"/>
        </a:p>
      </dgm:t>
    </dgm:pt>
    <dgm:pt modelId="{B7FF11AD-5216-4A50-B243-B8E39BDE8B98}" type="sibTrans" cxnId="{41D15AA2-D81C-4D6B-9C15-9C50B6EED9DA}">
      <dgm:prSet/>
      <dgm:spPr/>
      <dgm:t>
        <a:bodyPr/>
        <a:lstStyle/>
        <a:p>
          <a:endParaRPr lang="en-IN"/>
        </a:p>
      </dgm:t>
    </dgm:pt>
    <dgm:pt modelId="{29030453-EA37-4751-A89B-BDBB06E27B69}">
      <dgm:prSet/>
      <dgm:spPr/>
      <dgm:t>
        <a:bodyPr/>
        <a:lstStyle/>
        <a:p>
          <a:r>
            <a:rPr lang="en-IN" b="1" dirty="0"/>
            <a:t>Row Metric Definition:</a:t>
          </a:r>
          <a:r>
            <a:rPr lang="en-IN" dirty="0"/>
            <a:t> One row maps a single team's full performance profile within a specific innings on a confirmed calendar date.</a:t>
          </a:r>
        </a:p>
      </dgm:t>
    </dgm:pt>
    <dgm:pt modelId="{FF3FDF30-E738-49A1-B4A2-3B143335BA09}" type="parTrans" cxnId="{4283958A-7C59-4710-A20B-6C4FD58D6FCE}">
      <dgm:prSet/>
      <dgm:spPr/>
      <dgm:t>
        <a:bodyPr/>
        <a:lstStyle/>
        <a:p>
          <a:endParaRPr lang="en-IN"/>
        </a:p>
      </dgm:t>
    </dgm:pt>
    <dgm:pt modelId="{C254BD9A-53E2-41B8-8AEF-5D558E4B71B4}" type="sibTrans" cxnId="{4283958A-7C59-4710-A20B-6C4FD58D6FCE}">
      <dgm:prSet/>
      <dgm:spPr/>
      <dgm:t>
        <a:bodyPr/>
        <a:lstStyle/>
        <a:p>
          <a:endParaRPr lang="en-IN"/>
        </a:p>
      </dgm:t>
    </dgm:pt>
    <dgm:pt modelId="{C3E958D6-9DEC-4B93-B961-A271FB9ED7EC}">
      <dgm:prSet/>
      <dgm:spPr/>
      <dgm:t>
        <a:bodyPr/>
        <a:lstStyle/>
        <a:p>
          <a:r>
            <a:rPr lang="en-IN" b="1" dirty="0"/>
            <a:t>Data Engineering Challenges: </a:t>
          </a:r>
          <a:r>
            <a:rPr lang="en-IN" dirty="0"/>
            <a:t>Weather nodes do not interpret text labels like 'Lord's'. Built a geocoding wrapper mapping venues to GPS coordinates to extract 3 PM and 8 PM climate slices.</a:t>
          </a:r>
        </a:p>
      </dgm:t>
    </dgm:pt>
    <dgm:pt modelId="{56223FCD-C07D-46AA-893F-BE79EE6A5998}" type="parTrans" cxnId="{F0DED259-C4B2-4DD0-AB18-4C0DE5A94609}">
      <dgm:prSet/>
      <dgm:spPr/>
      <dgm:t>
        <a:bodyPr/>
        <a:lstStyle/>
        <a:p>
          <a:endParaRPr lang="en-IN"/>
        </a:p>
      </dgm:t>
    </dgm:pt>
    <dgm:pt modelId="{864A9918-1DF0-4167-9EC9-FA11819C142F}" type="sibTrans" cxnId="{F0DED259-C4B2-4DD0-AB18-4C0DE5A94609}">
      <dgm:prSet/>
      <dgm:spPr/>
      <dgm:t>
        <a:bodyPr/>
        <a:lstStyle/>
        <a:p>
          <a:endParaRPr lang="en-IN"/>
        </a:p>
      </dgm:t>
    </dgm:pt>
    <dgm:pt modelId="{66B625B1-7E23-4AA8-96B4-5B0B8F101CA6}">
      <dgm:prSet phldrT="[Text]"/>
      <dgm:spPr/>
      <dgm:t>
        <a:bodyPr/>
        <a:lstStyle/>
        <a:p>
          <a:pPr>
            <a:buNone/>
          </a:pPr>
          <a:r>
            <a:rPr lang="en-IN" b="1" dirty="0"/>
            <a:t>Multi-Source Data Integration:</a:t>
          </a:r>
          <a:r>
            <a:rPr lang="en-IN" dirty="0"/>
            <a:t> We built a Python program that used stadium coordinates to match </a:t>
          </a:r>
          <a:r>
            <a:rPr lang="en-IN" dirty="0" err="1"/>
            <a:t>match</a:t>
          </a:r>
          <a:r>
            <a:rPr lang="en-IN" dirty="0"/>
            <a:t> dates from </a:t>
          </a:r>
          <a:r>
            <a:rPr lang="en-IN" dirty="0" err="1"/>
            <a:t>Cricsheet</a:t>
          </a:r>
          <a:r>
            <a:rPr lang="en-IN" dirty="0"/>
            <a:t> with the exact hourly weather conditions (3:00 PM for day games and 8:00 PM for night games) from the Open-</a:t>
          </a:r>
          <a:r>
            <a:rPr lang="en-IN" dirty="0" err="1"/>
            <a:t>Meteo</a:t>
          </a:r>
          <a:r>
            <a:rPr lang="en-IN" dirty="0"/>
            <a:t> weather database.</a:t>
          </a:r>
        </a:p>
      </dgm:t>
    </dgm:pt>
    <dgm:pt modelId="{C3AF120F-190E-414C-9259-961E4198A04A}" type="parTrans" cxnId="{6A36DFB1-36FB-426D-B624-DB63D1F2F428}">
      <dgm:prSet/>
      <dgm:spPr/>
      <dgm:t>
        <a:bodyPr/>
        <a:lstStyle/>
        <a:p>
          <a:endParaRPr lang="en-IN"/>
        </a:p>
      </dgm:t>
    </dgm:pt>
    <dgm:pt modelId="{397CC34A-D0C5-492A-8489-6407E5B4A1EB}" type="sibTrans" cxnId="{6A36DFB1-36FB-426D-B624-DB63D1F2F428}">
      <dgm:prSet/>
      <dgm:spPr/>
      <dgm:t>
        <a:bodyPr/>
        <a:lstStyle/>
        <a:p>
          <a:endParaRPr lang="en-IN"/>
        </a:p>
      </dgm:t>
    </dgm:pt>
    <dgm:pt modelId="{0A4A67CE-5EF3-4BCA-92A3-2639666A5470}" type="pres">
      <dgm:prSet presAssocID="{8BD8000D-B3AB-42D1-A084-4FE532FDFACC}" presName="linear" presStyleCnt="0">
        <dgm:presLayoutVars>
          <dgm:animLvl val="lvl"/>
          <dgm:resizeHandles val="exact"/>
        </dgm:presLayoutVars>
      </dgm:prSet>
      <dgm:spPr/>
    </dgm:pt>
    <dgm:pt modelId="{9DE1D09E-DF31-47E5-B854-9A461CEBEA13}" type="pres">
      <dgm:prSet presAssocID="{D382DCB1-DF93-491F-BD28-CCF56E9436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E7F15B-0E02-4F93-BB8F-92415BB95580}" type="pres">
      <dgm:prSet presAssocID="{B7FF11AD-5216-4A50-B243-B8E39BDE8B98}" presName="spacer" presStyleCnt="0"/>
      <dgm:spPr/>
    </dgm:pt>
    <dgm:pt modelId="{2B8AA479-7DD2-4F5A-A779-5530F7C2EE39}" type="pres">
      <dgm:prSet presAssocID="{29030453-EA37-4751-A89B-BDBB06E27B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6319E9-0A69-4262-9EB4-154DF7CCBFE9}" type="pres">
      <dgm:prSet presAssocID="{C254BD9A-53E2-41B8-8AEF-5D558E4B71B4}" presName="spacer" presStyleCnt="0"/>
      <dgm:spPr/>
    </dgm:pt>
    <dgm:pt modelId="{C09FA96B-F331-448C-8AE3-A58CDF67802C}" type="pres">
      <dgm:prSet presAssocID="{C3E958D6-9DEC-4B93-B961-A271FB9ED7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7960DD-939C-413B-88EC-90F1E1E4378B}" type="pres">
      <dgm:prSet presAssocID="{864A9918-1DF0-4167-9EC9-FA11819C142F}" presName="spacer" presStyleCnt="0"/>
      <dgm:spPr/>
    </dgm:pt>
    <dgm:pt modelId="{CF5EF978-67FA-4855-84DB-D147F3E5634B}" type="pres">
      <dgm:prSet presAssocID="{66B625B1-7E23-4AA8-96B4-5B0B8F101C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409BA27-AB2B-44E4-B23A-98A5E9AF77FF}" type="presOf" srcId="{C3E958D6-9DEC-4B93-B961-A271FB9ED7EC}" destId="{C09FA96B-F331-448C-8AE3-A58CDF67802C}" srcOrd="0" destOrd="0" presId="urn:microsoft.com/office/officeart/2005/8/layout/vList2"/>
    <dgm:cxn modelId="{5D280E5E-8A20-4873-8CC9-1B8D8F27DA32}" type="presOf" srcId="{8BD8000D-B3AB-42D1-A084-4FE532FDFACC}" destId="{0A4A67CE-5EF3-4BCA-92A3-2639666A5470}" srcOrd="0" destOrd="0" presId="urn:microsoft.com/office/officeart/2005/8/layout/vList2"/>
    <dgm:cxn modelId="{F63A3B60-993D-49E3-B203-AEF602DB2864}" type="presOf" srcId="{D382DCB1-DF93-491F-BD28-CCF56E94362B}" destId="{9DE1D09E-DF31-47E5-B854-9A461CEBEA13}" srcOrd="0" destOrd="0" presId="urn:microsoft.com/office/officeart/2005/8/layout/vList2"/>
    <dgm:cxn modelId="{F0DED259-C4B2-4DD0-AB18-4C0DE5A94609}" srcId="{8BD8000D-B3AB-42D1-A084-4FE532FDFACC}" destId="{C3E958D6-9DEC-4B93-B961-A271FB9ED7EC}" srcOrd="2" destOrd="0" parTransId="{56223FCD-C07D-46AA-893F-BE79EE6A5998}" sibTransId="{864A9918-1DF0-4167-9EC9-FA11819C142F}"/>
    <dgm:cxn modelId="{4283958A-7C59-4710-A20B-6C4FD58D6FCE}" srcId="{8BD8000D-B3AB-42D1-A084-4FE532FDFACC}" destId="{29030453-EA37-4751-A89B-BDBB06E27B69}" srcOrd="1" destOrd="0" parTransId="{FF3FDF30-E738-49A1-B4A2-3B143335BA09}" sibTransId="{C254BD9A-53E2-41B8-8AEF-5D558E4B71B4}"/>
    <dgm:cxn modelId="{9B42DC8A-805B-4B82-8F1A-3826903146F0}" type="presOf" srcId="{29030453-EA37-4751-A89B-BDBB06E27B69}" destId="{2B8AA479-7DD2-4F5A-A779-5530F7C2EE39}" srcOrd="0" destOrd="0" presId="urn:microsoft.com/office/officeart/2005/8/layout/vList2"/>
    <dgm:cxn modelId="{41D15AA2-D81C-4D6B-9C15-9C50B6EED9DA}" srcId="{8BD8000D-B3AB-42D1-A084-4FE532FDFACC}" destId="{D382DCB1-DF93-491F-BD28-CCF56E94362B}" srcOrd="0" destOrd="0" parTransId="{953DDDFE-4CED-49FD-BBC4-0EE033351311}" sibTransId="{B7FF11AD-5216-4A50-B243-B8E39BDE8B98}"/>
    <dgm:cxn modelId="{6A36DFB1-36FB-426D-B624-DB63D1F2F428}" srcId="{8BD8000D-B3AB-42D1-A084-4FE532FDFACC}" destId="{66B625B1-7E23-4AA8-96B4-5B0B8F101CA6}" srcOrd="3" destOrd="0" parTransId="{C3AF120F-190E-414C-9259-961E4198A04A}" sibTransId="{397CC34A-D0C5-492A-8489-6407E5B4A1EB}"/>
    <dgm:cxn modelId="{EDA9E6D9-2AB4-4941-B641-8217096155ED}" type="presOf" srcId="{66B625B1-7E23-4AA8-96B4-5B0B8F101CA6}" destId="{CF5EF978-67FA-4855-84DB-D147F3E5634B}" srcOrd="0" destOrd="0" presId="urn:microsoft.com/office/officeart/2005/8/layout/vList2"/>
    <dgm:cxn modelId="{0F7E998C-6921-4AEB-AC92-9736509787B6}" type="presParOf" srcId="{0A4A67CE-5EF3-4BCA-92A3-2639666A5470}" destId="{9DE1D09E-DF31-47E5-B854-9A461CEBEA13}" srcOrd="0" destOrd="0" presId="urn:microsoft.com/office/officeart/2005/8/layout/vList2"/>
    <dgm:cxn modelId="{68EF99F2-1B6C-41DA-B128-EFB957B98E12}" type="presParOf" srcId="{0A4A67CE-5EF3-4BCA-92A3-2639666A5470}" destId="{13E7F15B-0E02-4F93-BB8F-92415BB95580}" srcOrd="1" destOrd="0" presId="urn:microsoft.com/office/officeart/2005/8/layout/vList2"/>
    <dgm:cxn modelId="{15C2B1DE-A854-48B6-85AC-91DC859E9370}" type="presParOf" srcId="{0A4A67CE-5EF3-4BCA-92A3-2639666A5470}" destId="{2B8AA479-7DD2-4F5A-A779-5530F7C2EE39}" srcOrd="2" destOrd="0" presId="urn:microsoft.com/office/officeart/2005/8/layout/vList2"/>
    <dgm:cxn modelId="{8499C09F-FE67-4395-9CE0-A46B413490E8}" type="presParOf" srcId="{0A4A67CE-5EF3-4BCA-92A3-2639666A5470}" destId="{3C6319E9-0A69-4262-9EB4-154DF7CCBFE9}" srcOrd="3" destOrd="0" presId="urn:microsoft.com/office/officeart/2005/8/layout/vList2"/>
    <dgm:cxn modelId="{15B4E26D-74C6-4805-B181-B857A87C7B08}" type="presParOf" srcId="{0A4A67CE-5EF3-4BCA-92A3-2639666A5470}" destId="{C09FA96B-F331-448C-8AE3-A58CDF67802C}" srcOrd="4" destOrd="0" presId="urn:microsoft.com/office/officeart/2005/8/layout/vList2"/>
    <dgm:cxn modelId="{7C17CB53-6C5A-4954-9E97-D52F9532B1CB}" type="presParOf" srcId="{0A4A67CE-5EF3-4BCA-92A3-2639666A5470}" destId="{577960DD-939C-413B-88EC-90F1E1E4378B}" srcOrd="5" destOrd="0" presId="urn:microsoft.com/office/officeart/2005/8/layout/vList2"/>
    <dgm:cxn modelId="{99954FA6-FFF5-484D-BB78-DB4119F06C62}" type="presParOf" srcId="{0A4A67CE-5EF3-4BCA-92A3-2639666A5470}" destId="{CF5EF978-67FA-4855-84DB-D147F3E563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DC0AF2-0127-4F49-BEA8-25DDBBBD48C7}" type="doc">
      <dgm:prSet loTypeId="urn:microsoft.com/office/officeart/2005/8/layout/chevronAccent+Icon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B5158F7-EC4C-4103-968E-64C9DBE0A6C5}">
      <dgm:prSet/>
      <dgm:spPr/>
      <dgm:t>
        <a:bodyPr/>
        <a:lstStyle/>
        <a:p>
          <a:pPr algn="l"/>
          <a:r>
            <a:rPr lang="en-IN" b="1" dirty="0"/>
            <a:t>Primary Source: </a:t>
          </a:r>
          <a:r>
            <a:rPr lang="en-IN" dirty="0"/>
            <a:t>Cricsheet.org -&gt; Granular ball-by-ball performance logs extracted directly from raw hierarchical JSON data blocks.</a:t>
          </a:r>
        </a:p>
      </dgm:t>
    </dgm:pt>
    <dgm:pt modelId="{194BA6C2-AA40-4D30-A30B-9322F8F690FA}" type="parTrans" cxnId="{2A8666BA-01EF-41E5-9223-A0558FB2DC4D}">
      <dgm:prSet/>
      <dgm:spPr/>
      <dgm:t>
        <a:bodyPr/>
        <a:lstStyle/>
        <a:p>
          <a:endParaRPr lang="en-IN"/>
        </a:p>
      </dgm:t>
    </dgm:pt>
    <dgm:pt modelId="{E2FAD518-7D6B-4B93-BBEC-BB3FCC41F5B1}" type="sibTrans" cxnId="{2A8666BA-01EF-41E5-9223-A0558FB2DC4D}">
      <dgm:prSet/>
      <dgm:spPr/>
      <dgm:t>
        <a:bodyPr/>
        <a:lstStyle/>
        <a:p>
          <a:endParaRPr lang="en-IN"/>
        </a:p>
      </dgm:t>
    </dgm:pt>
    <dgm:pt modelId="{2469D41B-488F-4DC8-A988-BDE238DAE186}">
      <dgm:prSet/>
      <dgm:spPr/>
      <dgm:t>
        <a:bodyPr/>
        <a:lstStyle/>
        <a:p>
          <a:pPr algn="l"/>
          <a:r>
            <a:rPr lang="en-IN" b="1" dirty="0"/>
            <a:t>Secondary Source: </a:t>
          </a:r>
          <a:r>
            <a:rPr lang="en-IN" dirty="0"/>
            <a:t>Open-</a:t>
          </a:r>
          <a:r>
            <a:rPr lang="en-IN" dirty="0" err="1"/>
            <a:t>Meteo</a:t>
          </a:r>
          <a:r>
            <a:rPr lang="en-IN" dirty="0"/>
            <a:t> Historical Archive API -&gt; Free, keyless chronological microclimate environment data grids.</a:t>
          </a:r>
        </a:p>
      </dgm:t>
    </dgm:pt>
    <dgm:pt modelId="{CB4C4593-086E-4F60-86CF-078B7C5CF293}" type="parTrans" cxnId="{08E114E9-AFE8-44A9-B788-97CC3F5C66C1}">
      <dgm:prSet/>
      <dgm:spPr/>
      <dgm:t>
        <a:bodyPr/>
        <a:lstStyle/>
        <a:p>
          <a:endParaRPr lang="en-IN"/>
        </a:p>
      </dgm:t>
    </dgm:pt>
    <dgm:pt modelId="{860E847A-247A-47C4-BAAA-8F9AFA060D81}" type="sibTrans" cxnId="{08E114E9-AFE8-44A9-B788-97CC3F5C66C1}">
      <dgm:prSet/>
      <dgm:spPr/>
      <dgm:t>
        <a:bodyPr/>
        <a:lstStyle/>
        <a:p>
          <a:endParaRPr lang="en-IN"/>
        </a:p>
      </dgm:t>
    </dgm:pt>
    <dgm:pt modelId="{15DDB0CC-8E8D-4180-A094-45D3283076DF}" type="pres">
      <dgm:prSet presAssocID="{96DC0AF2-0127-4F49-BEA8-25DDBBBD48C7}" presName="Name0" presStyleCnt="0">
        <dgm:presLayoutVars>
          <dgm:dir/>
          <dgm:resizeHandles val="exact"/>
        </dgm:presLayoutVars>
      </dgm:prSet>
      <dgm:spPr/>
    </dgm:pt>
    <dgm:pt modelId="{722F2B9A-1697-4223-803F-6C78C43D0567}" type="pres">
      <dgm:prSet presAssocID="{5B5158F7-EC4C-4103-968E-64C9DBE0A6C5}" presName="composite" presStyleCnt="0"/>
      <dgm:spPr/>
    </dgm:pt>
    <dgm:pt modelId="{19005162-B22C-46F9-8252-BEEB96270B03}" type="pres">
      <dgm:prSet presAssocID="{5B5158F7-EC4C-4103-968E-64C9DBE0A6C5}" presName="bgChev" presStyleLbl="node1" presStyleIdx="0" presStyleCnt="2"/>
      <dgm:spPr/>
    </dgm:pt>
    <dgm:pt modelId="{651D4F6B-8244-4CEF-847B-BB63C755016F}" type="pres">
      <dgm:prSet presAssocID="{5B5158F7-EC4C-4103-968E-64C9DBE0A6C5}" presName="txNode" presStyleLbl="fgAcc1" presStyleIdx="0" presStyleCnt="2">
        <dgm:presLayoutVars>
          <dgm:bulletEnabled val="1"/>
        </dgm:presLayoutVars>
      </dgm:prSet>
      <dgm:spPr/>
    </dgm:pt>
    <dgm:pt modelId="{9ABDFA2A-66E5-4EAD-ACF1-302857D19ED9}" type="pres">
      <dgm:prSet presAssocID="{E2FAD518-7D6B-4B93-BBEC-BB3FCC41F5B1}" presName="compositeSpace" presStyleCnt="0"/>
      <dgm:spPr/>
    </dgm:pt>
    <dgm:pt modelId="{32A642C0-2356-40B4-BF2D-5F2805BD9A97}" type="pres">
      <dgm:prSet presAssocID="{2469D41B-488F-4DC8-A988-BDE238DAE186}" presName="composite" presStyleCnt="0"/>
      <dgm:spPr/>
    </dgm:pt>
    <dgm:pt modelId="{1C751DF3-B998-4ABA-9257-080985861BE5}" type="pres">
      <dgm:prSet presAssocID="{2469D41B-488F-4DC8-A988-BDE238DAE186}" presName="bgChev" presStyleLbl="node1" presStyleIdx="1" presStyleCnt="2"/>
      <dgm:spPr/>
    </dgm:pt>
    <dgm:pt modelId="{4FB125E1-5F69-4F1C-A633-D2E1D2128AF6}" type="pres">
      <dgm:prSet presAssocID="{2469D41B-488F-4DC8-A988-BDE238DAE186}" presName="txNode" presStyleLbl="fgAcc1" presStyleIdx="1" presStyleCnt="2">
        <dgm:presLayoutVars>
          <dgm:bulletEnabled val="1"/>
        </dgm:presLayoutVars>
      </dgm:prSet>
      <dgm:spPr/>
    </dgm:pt>
  </dgm:ptLst>
  <dgm:cxnLst>
    <dgm:cxn modelId="{C0748748-A8CA-451D-B648-29289E628920}" type="presOf" srcId="{96DC0AF2-0127-4F49-BEA8-25DDBBBD48C7}" destId="{15DDB0CC-8E8D-4180-A094-45D3283076DF}" srcOrd="0" destOrd="0" presId="urn:microsoft.com/office/officeart/2005/8/layout/chevronAccent+Icon"/>
    <dgm:cxn modelId="{4192AA83-4A2B-4106-860D-24DF033CB0DD}" type="presOf" srcId="{2469D41B-488F-4DC8-A988-BDE238DAE186}" destId="{4FB125E1-5F69-4F1C-A633-D2E1D2128AF6}" srcOrd="0" destOrd="0" presId="urn:microsoft.com/office/officeart/2005/8/layout/chevronAccent+Icon"/>
    <dgm:cxn modelId="{2A8666BA-01EF-41E5-9223-A0558FB2DC4D}" srcId="{96DC0AF2-0127-4F49-BEA8-25DDBBBD48C7}" destId="{5B5158F7-EC4C-4103-968E-64C9DBE0A6C5}" srcOrd="0" destOrd="0" parTransId="{194BA6C2-AA40-4D30-A30B-9322F8F690FA}" sibTransId="{E2FAD518-7D6B-4B93-BBEC-BB3FCC41F5B1}"/>
    <dgm:cxn modelId="{B221CDBC-1A1B-4D1A-99A7-419C2FC3B013}" type="presOf" srcId="{5B5158F7-EC4C-4103-968E-64C9DBE0A6C5}" destId="{651D4F6B-8244-4CEF-847B-BB63C755016F}" srcOrd="0" destOrd="0" presId="urn:microsoft.com/office/officeart/2005/8/layout/chevronAccent+Icon"/>
    <dgm:cxn modelId="{08E114E9-AFE8-44A9-B788-97CC3F5C66C1}" srcId="{96DC0AF2-0127-4F49-BEA8-25DDBBBD48C7}" destId="{2469D41B-488F-4DC8-A988-BDE238DAE186}" srcOrd="1" destOrd="0" parTransId="{CB4C4593-086E-4F60-86CF-078B7C5CF293}" sibTransId="{860E847A-247A-47C4-BAAA-8F9AFA060D81}"/>
    <dgm:cxn modelId="{2B589B8C-F1F4-47B0-B72A-02FFAA608FE6}" type="presParOf" srcId="{15DDB0CC-8E8D-4180-A094-45D3283076DF}" destId="{722F2B9A-1697-4223-803F-6C78C43D0567}" srcOrd="0" destOrd="0" presId="urn:microsoft.com/office/officeart/2005/8/layout/chevronAccent+Icon"/>
    <dgm:cxn modelId="{7DE27FD9-E0FF-475E-B90A-2636CAA77EBE}" type="presParOf" srcId="{722F2B9A-1697-4223-803F-6C78C43D0567}" destId="{19005162-B22C-46F9-8252-BEEB96270B03}" srcOrd="0" destOrd="0" presId="urn:microsoft.com/office/officeart/2005/8/layout/chevronAccent+Icon"/>
    <dgm:cxn modelId="{B7806375-A61C-4676-96D0-4ABE26B47746}" type="presParOf" srcId="{722F2B9A-1697-4223-803F-6C78C43D0567}" destId="{651D4F6B-8244-4CEF-847B-BB63C755016F}" srcOrd="1" destOrd="0" presId="urn:microsoft.com/office/officeart/2005/8/layout/chevronAccent+Icon"/>
    <dgm:cxn modelId="{3A70981B-86AA-4402-9581-AEECC62496A1}" type="presParOf" srcId="{15DDB0CC-8E8D-4180-A094-45D3283076DF}" destId="{9ABDFA2A-66E5-4EAD-ACF1-302857D19ED9}" srcOrd="1" destOrd="0" presId="urn:microsoft.com/office/officeart/2005/8/layout/chevronAccent+Icon"/>
    <dgm:cxn modelId="{819392FD-22E6-4055-9412-6E1D14A3DE93}" type="presParOf" srcId="{15DDB0CC-8E8D-4180-A094-45D3283076DF}" destId="{32A642C0-2356-40B4-BF2D-5F2805BD9A97}" srcOrd="2" destOrd="0" presId="urn:microsoft.com/office/officeart/2005/8/layout/chevronAccent+Icon"/>
    <dgm:cxn modelId="{B664C20F-8450-4531-BD39-9962F5C8437C}" type="presParOf" srcId="{32A642C0-2356-40B4-BF2D-5F2805BD9A97}" destId="{1C751DF3-B998-4ABA-9257-080985861BE5}" srcOrd="0" destOrd="0" presId="urn:microsoft.com/office/officeart/2005/8/layout/chevronAccent+Icon"/>
    <dgm:cxn modelId="{A2A9F1C5-F6C7-467A-90B9-CBCB4DD71146}" type="presParOf" srcId="{32A642C0-2356-40B4-BF2D-5F2805BD9A97}" destId="{4FB125E1-5F69-4F1C-A633-D2E1D2128AF6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1D85BF-728D-4E6F-91D3-E3759B7C7B34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108969-2430-4E9C-B76E-E723C9FED0B4}">
      <dgm:prSet/>
      <dgm:spPr/>
      <dgm:t>
        <a:bodyPr/>
        <a:lstStyle/>
        <a:p>
          <a:pPr algn="l"/>
          <a:r>
            <a:rPr lang="en-IN" b="1" dirty="0"/>
            <a:t>Weather Non-Linearity:</a:t>
          </a:r>
          <a:r>
            <a:rPr lang="en-IN" dirty="0"/>
            <a:t> Temperature variants modify scoring rate parameters non-linearly rather than following a basic straight-line relationship.</a:t>
          </a:r>
        </a:p>
      </dgm:t>
    </dgm:pt>
    <dgm:pt modelId="{4086F5BE-B1C6-4665-AB1A-60590435E07C}" type="parTrans" cxnId="{AA9FFFF1-A401-4576-B7E8-FFA440C1E757}">
      <dgm:prSet/>
      <dgm:spPr/>
      <dgm:t>
        <a:bodyPr/>
        <a:lstStyle/>
        <a:p>
          <a:endParaRPr lang="en-IN"/>
        </a:p>
      </dgm:t>
    </dgm:pt>
    <dgm:pt modelId="{355503A2-304F-4778-9F5D-9E3B3670B461}" type="sibTrans" cxnId="{AA9FFFF1-A401-4576-B7E8-FFA440C1E757}">
      <dgm:prSet/>
      <dgm:spPr/>
      <dgm:t>
        <a:bodyPr/>
        <a:lstStyle/>
        <a:p>
          <a:endParaRPr lang="en-IN"/>
        </a:p>
      </dgm:t>
    </dgm:pt>
    <dgm:pt modelId="{DAD66AD2-70FB-4733-BE62-6B73338CDE65}">
      <dgm:prSet/>
      <dgm:spPr/>
      <dgm:t>
        <a:bodyPr/>
        <a:lstStyle/>
        <a:p>
          <a:pPr algn="l"/>
          <a:r>
            <a:rPr lang="en-IN" b="1" dirty="0"/>
            <a:t>Atmospheric Shifts: </a:t>
          </a:r>
          <a:r>
            <a:rPr lang="en-IN" dirty="0"/>
            <a:t>Relative air humidity percentage spikes significantly during second-innings evening windows compared to afternoon frames.</a:t>
          </a:r>
        </a:p>
      </dgm:t>
    </dgm:pt>
    <dgm:pt modelId="{85AB1BF4-F11A-4ED8-97D6-949A6AD104F9}" type="parTrans" cxnId="{CC3C3461-9426-47E5-9CEC-67409F3CFF14}">
      <dgm:prSet/>
      <dgm:spPr/>
      <dgm:t>
        <a:bodyPr/>
        <a:lstStyle/>
        <a:p>
          <a:endParaRPr lang="en-IN"/>
        </a:p>
      </dgm:t>
    </dgm:pt>
    <dgm:pt modelId="{25E4C9E8-A1FA-4B77-B5C4-533E9FEC485F}" type="sibTrans" cxnId="{CC3C3461-9426-47E5-9CEC-67409F3CFF14}">
      <dgm:prSet/>
      <dgm:spPr/>
      <dgm:t>
        <a:bodyPr/>
        <a:lstStyle/>
        <a:p>
          <a:endParaRPr lang="en-IN"/>
        </a:p>
      </dgm:t>
    </dgm:pt>
    <dgm:pt modelId="{2E861E9D-1A48-4F5F-8533-599444F848A8}">
      <dgm:prSet/>
      <dgm:spPr/>
      <dgm:t>
        <a:bodyPr/>
        <a:lstStyle/>
        <a:p>
          <a:pPr algn="l"/>
          <a:r>
            <a:rPr lang="en-IN" b="1" dirty="0"/>
            <a:t>Feature Correlation: </a:t>
          </a:r>
          <a:r>
            <a:rPr lang="en-IN" dirty="0"/>
            <a:t>Volumetric analysis shows that '</a:t>
          </a:r>
          <a:r>
            <a:rPr lang="en-IN" dirty="0" err="1"/>
            <a:t>overs_played</a:t>
          </a:r>
          <a:r>
            <a:rPr lang="en-IN" dirty="0"/>
            <a:t>' holds the single highest direct correlation with final team totals.</a:t>
          </a:r>
        </a:p>
      </dgm:t>
    </dgm:pt>
    <dgm:pt modelId="{443F0F14-F1BC-4C6A-9D85-EC34E5178372}" type="parTrans" cxnId="{916ACCDD-7398-45AF-9FD4-7B8F372CBF7B}">
      <dgm:prSet/>
      <dgm:spPr/>
      <dgm:t>
        <a:bodyPr/>
        <a:lstStyle/>
        <a:p>
          <a:endParaRPr lang="en-IN"/>
        </a:p>
      </dgm:t>
    </dgm:pt>
    <dgm:pt modelId="{C95400B0-674F-4239-AFD9-041EE4885DC1}" type="sibTrans" cxnId="{916ACCDD-7398-45AF-9FD4-7B8F372CBF7B}">
      <dgm:prSet/>
      <dgm:spPr/>
      <dgm:t>
        <a:bodyPr/>
        <a:lstStyle/>
        <a:p>
          <a:endParaRPr lang="en-IN"/>
        </a:p>
      </dgm:t>
    </dgm:pt>
    <dgm:pt modelId="{4F8DDE18-4F5F-461D-A5B5-12FC63066AA2}">
      <dgm:prSet/>
      <dgm:spPr/>
      <dgm:t>
        <a:bodyPr/>
        <a:lstStyle/>
        <a:p>
          <a:pPr algn="l"/>
          <a:r>
            <a:rPr lang="en-IN" b="1" dirty="0"/>
            <a:t>Core Visual Discovery: </a:t>
          </a:r>
          <a:r>
            <a:rPr lang="en-IN" dirty="0"/>
            <a:t>High evening humidity levels map to accelerated scoring speeds ONLY when teams bat second, exposing a crucial dew interaction effect.</a:t>
          </a:r>
        </a:p>
      </dgm:t>
    </dgm:pt>
    <dgm:pt modelId="{1AB41C4B-A7F0-4651-BD1D-591811175D12}" type="parTrans" cxnId="{26443EEC-B164-40CA-A4F5-943ADBA70E5F}">
      <dgm:prSet/>
      <dgm:spPr/>
      <dgm:t>
        <a:bodyPr/>
        <a:lstStyle/>
        <a:p>
          <a:endParaRPr lang="en-IN"/>
        </a:p>
      </dgm:t>
    </dgm:pt>
    <dgm:pt modelId="{6D985C7F-6B34-412A-9CAA-AE4E722A1518}" type="sibTrans" cxnId="{26443EEC-B164-40CA-A4F5-943ADBA70E5F}">
      <dgm:prSet/>
      <dgm:spPr/>
      <dgm:t>
        <a:bodyPr/>
        <a:lstStyle/>
        <a:p>
          <a:endParaRPr lang="en-IN"/>
        </a:p>
      </dgm:t>
    </dgm:pt>
    <dgm:pt modelId="{0F7A86D4-46CD-4E2D-8FF1-99D6D6C5D034}">
      <dgm:prSet/>
      <dgm:spPr/>
      <dgm:t>
        <a:bodyPr/>
        <a:lstStyle/>
        <a:p>
          <a:pPr algn="l"/>
          <a:r>
            <a:rPr lang="en-IN" b="1" dirty="0"/>
            <a:t>Distribution Patterns: </a:t>
          </a:r>
          <a:r>
            <a:rPr lang="en-IN" dirty="0"/>
            <a:t>Final scores show wide multi-modal distributions depending heavily on whether an innings faces a resource cutoff or full completion.</a:t>
          </a:r>
        </a:p>
      </dgm:t>
    </dgm:pt>
    <dgm:pt modelId="{8837C39F-34A5-402A-9254-85BB1233517D}" type="parTrans" cxnId="{89EFF70E-69A9-4664-AA00-741683C03417}">
      <dgm:prSet/>
      <dgm:spPr/>
      <dgm:t>
        <a:bodyPr/>
        <a:lstStyle/>
        <a:p>
          <a:endParaRPr lang="en-IN"/>
        </a:p>
      </dgm:t>
    </dgm:pt>
    <dgm:pt modelId="{A8590C4D-7A73-4595-8E7C-79EA85198CBE}" type="sibTrans" cxnId="{89EFF70E-69A9-4664-AA00-741683C03417}">
      <dgm:prSet/>
      <dgm:spPr/>
      <dgm:t>
        <a:bodyPr/>
        <a:lstStyle/>
        <a:p>
          <a:endParaRPr lang="en-IN"/>
        </a:p>
      </dgm:t>
    </dgm:pt>
    <dgm:pt modelId="{281140E9-14CF-46B3-938E-E1C235EF3059}" type="pres">
      <dgm:prSet presAssocID="{0B1D85BF-728D-4E6F-91D3-E3759B7C7B34}" presName="vert0" presStyleCnt="0">
        <dgm:presLayoutVars>
          <dgm:dir/>
          <dgm:animOne val="branch"/>
          <dgm:animLvl val="lvl"/>
        </dgm:presLayoutVars>
      </dgm:prSet>
      <dgm:spPr/>
    </dgm:pt>
    <dgm:pt modelId="{3DF51925-AF5B-4BFE-880A-05FD27C8B934}" type="pres">
      <dgm:prSet presAssocID="{7D108969-2430-4E9C-B76E-E723C9FED0B4}" presName="thickLine" presStyleLbl="alignNode1" presStyleIdx="0" presStyleCnt="5"/>
      <dgm:spPr/>
    </dgm:pt>
    <dgm:pt modelId="{94A9B27E-5329-44FE-955D-76781DA03B99}" type="pres">
      <dgm:prSet presAssocID="{7D108969-2430-4E9C-B76E-E723C9FED0B4}" presName="horz1" presStyleCnt="0"/>
      <dgm:spPr/>
    </dgm:pt>
    <dgm:pt modelId="{CFFE2864-C9B1-48C2-BCF7-A6D3055192A4}" type="pres">
      <dgm:prSet presAssocID="{7D108969-2430-4E9C-B76E-E723C9FED0B4}" presName="tx1" presStyleLbl="revTx" presStyleIdx="0" presStyleCnt="5"/>
      <dgm:spPr/>
    </dgm:pt>
    <dgm:pt modelId="{D7794F63-F7D9-416F-A7BF-2A65BEFBE270}" type="pres">
      <dgm:prSet presAssocID="{7D108969-2430-4E9C-B76E-E723C9FED0B4}" presName="vert1" presStyleCnt="0"/>
      <dgm:spPr/>
    </dgm:pt>
    <dgm:pt modelId="{EEA10D3A-1C7B-4D3C-87A0-4ADBF738602E}" type="pres">
      <dgm:prSet presAssocID="{DAD66AD2-70FB-4733-BE62-6B73338CDE65}" presName="thickLine" presStyleLbl="alignNode1" presStyleIdx="1" presStyleCnt="5"/>
      <dgm:spPr/>
    </dgm:pt>
    <dgm:pt modelId="{B803A9D3-AF3D-4FBF-B5A7-AE85E82E39EB}" type="pres">
      <dgm:prSet presAssocID="{DAD66AD2-70FB-4733-BE62-6B73338CDE65}" presName="horz1" presStyleCnt="0"/>
      <dgm:spPr/>
    </dgm:pt>
    <dgm:pt modelId="{1ECE61D0-59DB-4469-9426-F093F29D017A}" type="pres">
      <dgm:prSet presAssocID="{DAD66AD2-70FB-4733-BE62-6B73338CDE65}" presName="tx1" presStyleLbl="revTx" presStyleIdx="1" presStyleCnt="5"/>
      <dgm:spPr/>
    </dgm:pt>
    <dgm:pt modelId="{4AA26AAC-196B-4F11-9C07-600131E54039}" type="pres">
      <dgm:prSet presAssocID="{DAD66AD2-70FB-4733-BE62-6B73338CDE65}" presName="vert1" presStyleCnt="0"/>
      <dgm:spPr/>
    </dgm:pt>
    <dgm:pt modelId="{68AAD225-D1EC-40E2-94C8-5675DA21ACE0}" type="pres">
      <dgm:prSet presAssocID="{2E861E9D-1A48-4F5F-8533-599444F848A8}" presName="thickLine" presStyleLbl="alignNode1" presStyleIdx="2" presStyleCnt="5"/>
      <dgm:spPr/>
    </dgm:pt>
    <dgm:pt modelId="{DFDD32CE-849D-4A5B-8D9E-02B6F41D4120}" type="pres">
      <dgm:prSet presAssocID="{2E861E9D-1A48-4F5F-8533-599444F848A8}" presName="horz1" presStyleCnt="0"/>
      <dgm:spPr/>
    </dgm:pt>
    <dgm:pt modelId="{221D4CC3-8496-429F-BA0E-31FEE934F26D}" type="pres">
      <dgm:prSet presAssocID="{2E861E9D-1A48-4F5F-8533-599444F848A8}" presName="tx1" presStyleLbl="revTx" presStyleIdx="2" presStyleCnt="5"/>
      <dgm:spPr/>
    </dgm:pt>
    <dgm:pt modelId="{6227DDB7-C1E9-40CD-A2A6-7E563704AB85}" type="pres">
      <dgm:prSet presAssocID="{2E861E9D-1A48-4F5F-8533-599444F848A8}" presName="vert1" presStyleCnt="0"/>
      <dgm:spPr/>
    </dgm:pt>
    <dgm:pt modelId="{DB101FA4-B7BA-46AE-9167-C40F8E1D3674}" type="pres">
      <dgm:prSet presAssocID="{4F8DDE18-4F5F-461D-A5B5-12FC63066AA2}" presName="thickLine" presStyleLbl="alignNode1" presStyleIdx="3" presStyleCnt="5"/>
      <dgm:spPr/>
    </dgm:pt>
    <dgm:pt modelId="{9B261000-4D52-48F6-ABC0-2ECB3FF83713}" type="pres">
      <dgm:prSet presAssocID="{4F8DDE18-4F5F-461D-A5B5-12FC63066AA2}" presName="horz1" presStyleCnt="0"/>
      <dgm:spPr/>
    </dgm:pt>
    <dgm:pt modelId="{DDABC47D-C9EB-4E1D-8CDB-2A02D50A2674}" type="pres">
      <dgm:prSet presAssocID="{4F8DDE18-4F5F-461D-A5B5-12FC63066AA2}" presName="tx1" presStyleLbl="revTx" presStyleIdx="3" presStyleCnt="5"/>
      <dgm:spPr/>
    </dgm:pt>
    <dgm:pt modelId="{7B77A106-651C-45F9-884A-8F742104EEA1}" type="pres">
      <dgm:prSet presAssocID="{4F8DDE18-4F5F-461D-A5B5-12FC63066AA2}" presName="vert1" presStyleCnt="0"/>
      <dgm:spPr/>
    </dgm:pt>
    <dgm:pt modelId="{A71FC8D2-3028-4A1D-9B94-39E53D23F8A8}" type="pres">
      <dgm:prSet presAssocID="{0F7A86D4-46CD-4E2D-8FF1-99D6D6C5D034}" presName="thickLine" presStyleLbl="alignNode1" presStyleIdx="4" presStyleCnt="5"/>
      <dgm:spPr/>
    </dgm:pt>
    <dgm:pt modelId="{10AC2606-3477-4E72-A9E8-E945998624A1}" type="pres">
      <dgm:prSet presAssocID="{0F7A86D4-46CD-4E2D-8FF1-99D6D6C5D034}" presName="horz1" presStyleCnt="0"/>
      <dgm:spPr/>
    </dgm:pt>
    <dgm:pt modelId="{F7C4BD7B-80F3-4A50-B864-8622F4EBF5D3}" type="pres">
      <dgm:prSet presAssocID="{0F7A86D4-46CD-4E2D-8FF1-99D6D6C5D034}" presName="tx1" presStyleLbl="revTx" presStyleIdx="4" presStyleCnt="5"/>
      <dgm:spPr/>
    </dgm:pt>
    <dgm:pt modelId="{E7C6089A-D358-431F-8273-3C4C5AE2F3C5}" type="pres">
      <dgm:prSet presAssocID="{0F7A86D4-46CD-4E2D-8FF1-99D6D6C5D034}" presName="vert1" presStyleCnt="0"/>
      <dgm:spPr/>
    </dgm:pt>
  </dgm:ptLst>
  <dgm:cxnLst>
    <dgm:cxn modelId="{95BC2E08-E6E0-4BA3-8B0A-F2481D2CC3D1}" type="presOf" srcId="{0F7A86D4-46CD-4E2D-8FF1-99D6D6C5D034}" destId="{F7C4BD7B-80F3-4A50-B864-8622F4EBF5D3}" srcOrd="0" destOrd="0" presId="urn:microsoft.com/office/officeart/2008/layout/LinedList"/>
    <dgm:cxn modelId="{89EFF70E-69A9-4664-AA00-741683C03417}" srcId="{0B1D85BF-728D-4E6F-91D3-E3759B7C7B34}" destId="{0F7A86D4-46CD-4E2D-8FF1-99D6D6C5D034}" srcOrd="4" destOrd="0" parTransId="{8837C39F-34A5-402A-9254-85BB1233517D}" sibTransId="{A8590C4D-7A73-4595-8E7C-79EA85198CBE}"/>
    <dgm:cxn modelId="{23F4CF34-CFE7-439F-B2D7-C8235491A18A}" type="presOf" srcId="{4F8DDE18-4F5F-461D-A5B5-12FC63066AA2}" destId="{DDABC47D-C9EB-4E1D-8CDB-2A02D50A2674}" srcOrd="0" destOrd="0" presId="urn:microsoft.com/office/officeart/2008/layout/LinedList"/>
    <dgm:cxn modelId="{CC3C3461-9426-47E5-9CEC-67409F3CFF14}" srcId="{0B1D85BF-728D-4E6F-91D3-E3759B7C7B34}" destId="{DAD66AD2-70FB-4733-BE62-6B73338CDE65}" srcOrd="1" destOrd="0" parTransId="{85AB1BF4-F11A-4ED8-97D6-949A6AD104F9}" sibTransId="{25E4C9E8-A1FA-4B77-B5C4-533E9FEC485F}"/>
    <dgm:cxn modelId="{474D236A-4F7F-4A1B-846A-C73241262634}" type="presOf" srcId="{0B1D85BF-728D-4E6F-91D3-E3759B7C7B34}" destId="{281140E9-14CF-46B3-938E-E1C235EF3059}" srcOrd="0" destOrd="0" presId="urn:microsoft.com/office/officeart/2008/layout/LinedList"/>
    <dgm:cxn modelId="{16AA0986-439E-45DC-8677-CBF89EBF8571}" type="presOf" srcId="{2E861E9D-1A48-4F5F-8533-599444F848A8}" destId="{221D4CC3-8496-429F-BA0E-31FEE934F26D}" srcOrd="0" destOrd="0" presId="urn:microsoft.com/office/officeart/2008/layout/LinedList"/>
    <dgm:cxn modelId="{0B4C18D0-6F98-41DF-8198-508F4090F54F}" type="presOf" srcId="{DAD66AD2-70FB-4733-BE62-6B73338CDE65}" destId="{1ECE61D0-59DB-4469-9426-F093F29D017A}" srcOrd="0" destOrd="0" presId="urn:microsoft.com/office/officeart/2008/layout/LinedList"/>
    <dgm:cxn modelId="{916ACCDD-7398-45AF-9FD4-7B8F372CBF7B}" srcId="{0B1D85BF-728D-4E6F-91D3-E3759B7C7B34}" destId="{2E861E9D-1A48-4F5F-8533-599444F848A8}" srcOrd="2" destOrd="0" parTransId="{443F0F14-F1BC-4C6A-9D85-EC34E5178372}" sibTransId="{C95400B0-674F-4239-AFD9-041EE4885DC1}"/>
    <dgm:cxn modelId="{26443EEC-B164-40CA-A4F5-943ADBA70E5F}" srcId="{0B1D85BF-728D-4E6F-91D3-E3759B7C7B34}" destId="{4F8DDE18-4F5F-461D-A5B5-12FC63066AA2}" srcOrd="3" destOrd="0" parTransId="{1AB41C4B-A7F0-4651-BD1D-591811175D12}" sibTransId="{6D985C7F-6B34-412A-9CAA-AE4E722A1518}"/>
    <dgm:cxn modelId="{AA9FFFF1-A401-4576-B7E8-FFA440C1E757}" srcId="{0B1D85BF-728D-4E6F-91D3-E3759B7C7B34}" destId="{7D108969-2430-4E9C-B76E-E723C9FED0B4}" srcOrd="0" destOrd="0" parTransId="{4086F5BE-B1C6-4665-AB1A-60590435E07C}" sibTransId="{355503A2-304F-4778-9F5D-9E3B3670B461}"/>
    <dgm:cxn modelId="{E83CEEF2-D0F9-4EF5-B544-2947CA53B224}" type="presOf" srcId="{7D108969-2430-4E9C-B76E-E723C9FED0B4}" destId="{CFFE2864-C9B1-48C2-BCF7-A6D3055192A4}" srcOrd="0" destOrd="0" presId="urn:microsoft.com/office/officeart/2008/layout/LinedList"/>
    <dgm:cxn modelId="{07E362B2-EE88-432A-9BE7-3EBBD0E854D6}" type="presParOf" srcId="{281140E9-14CF-46B3-938E-E1C235EF3059}" destId="{3DF51925-AF5B-4BFE-880A-05FD27C8B934}" srcOrd="0" destOrd="0" presId="urn:microsoft.com/office/officeart/2008/layout/LinedList"/>
    <dgm:cxn modelId="{73D2D419-38EB-469D-B81B-48A5C3EE42E0}" type="presParOf" srcId="{281140E9-14CF-46B3-938E-E1C235EF3059}" destId="{94A9B27E-5329-44FE-955D-76781DA03B99}" srcOrd="1" destOrd="0" presId="urn:microsoft.com/office/officeart/2008/layout/LinedList"/>
    <dgm:cxn modelId="{43C9DCE3-D04D-4853-AA9C-30C1DAE100A9}" type="presParOf" srcId="{94A9B27E-5329-44FE-955D-76781DA03B99}" destId="{CFFE2864-C9B1-48C2-BCF7-A6D3055192A4}" srcOrd="0" destOrd="0" presId="urn:microsoft.com/office/officeart/2008/layout/LinedList"/>
    <dgm:cxn modelId="{89C0F84B-693C-4908-8FAC-149628F65930}" type="presParOf" srcId="{94A9B27E-5329-44FE-955D-76781DA03B99}" destId="{D7794F63-F7D9-416F-A7BF-2A65BEFBE270}" srcOrd="1" destOrd="0" presId="urn:microsoft.com/office/officeart/2008/layout/LinedList"/>
    <dgm:cxn modelId="{FB567FB3-FD67-409C-8CE4-F22F6A20AFB3}" type="presParOf" srcId="{281140E9-14CF-46B3-938E-E1C235EF3059}" destId="{EEA10D3A-1C7B-4D3C-87A0-4ADBF738602E}" srcOrd="2" destOrd="0" presId="urn:microsoft.com/office/officeart/2008/layout/LinedList"/>
    <dgm:cxn modelId="{FCFC0884-F9BB-4041-967A-1B1701D516F0}" type="presParOf" srcId="{281140E9-14CF-46B3-938E-E1C235EF3059}" destId="{B803A9D3-AF3D-4FBF-B5A7-AE85E82E39EB}" srcOrd="3" destOrd="0" presId="urn:microsoft.com/office/officeart/2008/layout/LinedList"/>
    <dgm:cxn modelId="{5A6DA264-E1B7-40F5-B010-015844BFABF7}" type="presParOf" srcId="{B803A9D3-AF3D-4FBF-B5A7-AE85E82E39EB}" destId="{1ECE61D0-59DB-4469-9426-F093F29D017A}" srcOrd="0" destOrd="0" presId="urn:microsoft.com/office/officeart/2008/layout/LinedList"/>
    <dgm:cxn modelId="{3E2EE2AF-0AB9-44DD-808B-429076826C7C}" type="presParOf" srcId="{B803A9D3-AF3D-4FBF-B5A7-AE85E82E39EB}" destId="{4AA26AAC-196B-4F11-9C07-600131E54039}" srcOrd="1" destOrd="0" presId="urn:microsoft.com/office/officeart/2008/layout/LinedList"/>
    <dgm:cxn modelId="{1D3E5BDD-2179-4C01-B205-A30BCD068EE9}" type="presParOf" srcId="{281140E9-14CF-46B3-938E-E1C235EF3059}" destId="{68AAD225-D1EC-40E2-94C8-5675DA21ACE0}" srcOrd="4" destOrd="0" presId="urn:microsoft.com/office/officeart/2008/layout/LinedList"/>
    <dgm:cxn modelId="{C69AF92B-555D-4A9E-A302-91DED8D5B06E}" type="presParOf" srcId="{281140E9-14CF-46B3-938E-E1C235EF3059}" destId="{DFDD32CE-849D-4A5B-8D9E-02B6F41D4120}" srcOrd="5" destOrd="0" presId="urn:microsoft.com/office/officeart/2008/layout/LinedList"/>
    <dgm:cxn modelId="{FD776A9A-216C-4D26-92D6-1B56A3AEE861}" type="presParOf" srcId="{DFDD32CE-849D-4A5B-8D9E-02B6F41D4120}" destId="{221D4CC3-8496-429F-BA0E-31FEE934F26D}" srcOrd="0" destOrd="0" presId="urn:microsoft.com/office/officeart/2008/layout/LinedList"/>
    <dgm:cxn modelId="{965F16BF-287F-4D3C-88A5-8E95FA07DDCC}" type="presParOf" srcId="{DFDD32CE-849D-4A5B-8D9E-02B6F41D4120}" destId="{6227DDB7-C1E9-40CD-A2A6-7E563704AB85}" srcOrd="1" destOrd="0" presId="urn:microsoft.com/office/officeart/2008/layout/LinedList"/>
    <dgm:cxn modelId="{C68D26D6-DA4D-4238-83A9-1ABDDC723613}" type="presParOf" srcId="{281140E9-14CF-46B3-938E-E1C235EF3059}" destId="{DB101FA4-B7BA-46AE-9167-C40F8E1D3674}" srcOrd="6" destOrd="0" presId="urn:microsoft.com/office/officeart/2008/layout/LinedList"/>
    <dgm:cxn modelId="{2BD9967F-ECCE-4C7D-A489-FA16C41D259A}" type="presParOf" srcId="{281140E9-14CF-46B3-938E-E1C235EF3059}" destId="{9B261000-4D52-48F6-ABC0-2ECB3FF83713}" srcOrd="7" destOrd="0" presId="urn:microsoft.com/office/officeart/2008/layout/LinedList"/>
    <dgm:cxn modelId="{693BDBDD-E000-484A-B83F-84254504A73B}" type="presParOf" srcId="{9B261000-4D52-48F6-ABC0-2ECB3FF83713}" destId="{DDABC47D-C9EB-4E1D-8CDB-2A02D50A2674}" srcOrd="0" destOrd="0" presId="urn:microsoft.com/office/officeart/2008/layout/LinedList"/>
    <dgm:cxn modelId="{207C4D2B-BB02-43EC-8A49-959EC8550A62}" type="presParOf" srcId="{9B261000-4D52-48F6-ABC0-2ECB3FF83713}" destId="{7B77A106-651C-45F9-884A-8F742104EEA1}" srcOrd="1" destOrd="0" presId="urn:microsoft.com/office/officeart/2008/layout/LinedList"/>
    <dgm:cxn modelId="{99992E95-5A81-4DF3-A35B-7587BB736573}" type="presParOf" srcId="{281140E9-14CF-46B3-938E-E1C235EF3059}" destId="{A71FC8D2-3028-4A1D-9B94-39E53D23F8A8}" srcOrd="8" destOrd="0" presId="urn:microsoft.com/office/officeart/2008/layout/LinedList"/>
    <dgm:cxn modelId="{42FE76B7-2F88-4678-A9F3-9B06AB75895E}" type="presParOf" srcId="{281140E9-14CF-46B3-938E-E1C235EF3059}" destId="{10AC2606-3477-4E72-A9E8-E945998624A1}" srcOrd="9" destOrd="0" presId="urn:microsoft.com/office/officeart/2008/layout/LinedList"/>
    <dgm:cxn modelId="{B382A83E-C011-41F9-A703-E83DBBAB1E35}" type="presParOf" srcId="{10AC2606-3477-4E72-A9E8-E945998624A1}" destId="{F7C4BD7B-80F3-4A50-B864-8622F4EBF5D3}" srcOrd="0" destOrd="0" presId="urn:microsoft.com/office/officeart/2008/layout/LinedList"/>
    <dgm:cxn modelId="{1A56AC0F-09F4-47FF-9323-9A0511D9D758}" type="presParOf" srcId="{10AC2606-3477-4E72-A9E8-E945998624A1}" destId="{E7C6089A-D358-431F-8273-3C4C5AE2F3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698262-7509-442C-8447-3FC250A08BEA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4EEBF30-A045-4612-874A-AD94A883B2F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Shortened Run Chase Confounding Factor: </a:t>
          </a:r>
          <a:r>
            <a:rPr lang="en-IN"/>
            <a:t>Teams batting second adjust intent or finish early upon hitting targets, causing misleading score dips.</a:t>
          </a:r>
        </a:p>
      </dgm:t>
    </dgm:pt>
    <dgm:pt modelId="{BE6F948E-B058-427F-87A1-C1F7704AD6ED}" type="parTrans" cxnId="{E92150A2-5BCD-4CEF-9B7A-D96B421BBB75}">
      <dgm:prSet/>
      <dgm:spPr/>
      <dgm:t>
        <a:bodyPr/>
        <a:lstStyle/>
        <a:p>
          <a:endParaRPr lang="en-IN"/>
        </a:p>
      </dgm:t>
    </dgm:pt>
    <dgm:pt modelId="{532745D9-1490-4C9B-9A50-802E9327662B}" type="sibTrans" cxnId="{E92150A2-5BCD-4CEF-9B7A-D96B421BBB75}">
      <dgm:prSet/>
      <dgm:spPr/>
      <dgm:t>
        <a:bodyPr/>
        <a:lstStyle/>
        <a:p>
          <a:endParaRPr lang="en-IN"/>
        </a:p>
      </dgm:t>
    </dgm:pt>
    <dgm:pt modelId="{D3F5AD24-3660-400B-B221-A1234361FA4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Exact Evaluated Feature Vector List:</a:t>
          </a:r>
          <a:r>
            <a:rPr lang="en-IN"/>
            <a:t> temperature_c, humidity_pct, rain_48hr_mm, overs_played, and team_avg_run_rate.</a:t>
          </a:r>
        </a:p>
      </dgm:t>
    </dgm:pt>
    <dgm:pt modelId="{39D2EECC-8458-447E-937C-D68EF4E937EC}" type="parTrans" cxnId="{0FFC6130-00AD-48E1-8628-9C3D6D4DF392}">
      <dgm:prSet/>
      <dgm:spPr/>
      <dgm:t>
        <a:bodyPr/>
        <a:lstStyle/>
        <a:p>
          <a:endParaRPr lang="en-IN"/>
        </a:p>
      </dgm:t>
    </dgm:pt>
    <dgm:pt modelId="{61AB7894-65FB-4FB3-9C80-9A41BAC164D8}" type="sibTrans" cxnId="{0FFC6130-00AD-48E1-8628-9C3D6D4DF392}">
      <dgm:prSet/>
      <dgm:spPr/>
      <dgm:t>
        <a:bodyPr/>
        <a:lstStyle/>
        <a:p>
          <a:endParaRPr lang="en-IN"/>
        </a:p>
      </dgm:t>
    </dgm:pt>
    <dgm:pt modelId="{5CCFCD7A-CA6F-4CB5-A026-450B292AA59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The Team Quality Anchor Rationale: </a:t>
          </a:r>
          <a:r>
            <a:rPr lang="en-IN"/>
            <a:t>Including team_avg_run_rate grounds the model in core team strength, allowing climate attributes to serve as fine-tuning modifiers.</a:t>
          </a:r>
        </a:p>
      </dgm:t>
    </dgm:pt>
    <dgm:pt modelId="{386DB8D6-1A1F-4E0C-867F-D80D5FADDB89}" type="parTrans" cxnId="{CFBF8AE8-B77D-47A6-A035-2F0B5A302406}">
      <dgm:prSet/>
      <dgm:spPr/>
      <dgm:t>
        <a:bodyPr/>
        <a:lstStyle/>
        <a:p>
          <a:endParaRPr lang="en-IN"/>
        </a:p>
      </dgm:t>
    </dgm:pt>
    <dgm:pt modelId="{D3241D6B-6962-4F02-9F31-6B7A19C0D6AE}" type="sibTrans" cxnId="{CFBF8AE8-B77D-47A6-A035-2F0B5A302406}">
      <dgm:prSet/>
      <dgm:spPr/>
      <dgm:t>
        <a:bodyPr/>
        <a:lstStyle/>
        <a:p>
          <a:endParaRPr lang="en-IN"/>
        </a:p>
      </dgm:t>
    </dgm:pt>
    <dgm:pt modelId="{7D1455FA-867B-42C1-BC1B-35EBFDF0455F}" type="pres">
      <dgm:prSet presAssocID="{38698262-7509-442C-8447-3FC250A08BEA}" presName="root" presStyleCnt="0">
        <dgm:presLayoutVars>
          <dgm:dir/>
          <dgm:resizeHandles val="exact"/>
        </dgm:presLayoutVars>
      </dgm:prSet>
      <dgm:spPr/>
    </dgm:pt>
    <dgm:pt modelId="{EC816084-10DE-4BE7-BD84-0042D1FA5C90}" type="pres">
      <dgm:prSet presAssocID="{04EEBF30-A045-4612-874A-AD94A883B2FB}" presName="compNode" presStyleCnt="0"/>
      <dgm:spPr/>
    </dgm:pt>
    <dgm:pt modelId="{CD4F38AF-DFC1-4269-B0B7-768BD3371DA6}" type="pres">
      <dgm:prSet presAssocID="{04EEBF30-A045-4612-874A-AD94A883B2FB}" presName="bgRect" presStyleLbl="bgShp" presStyleIdx="0" presStyleCnt="3"/>
      <dgm:spPr/>
    </dgm:pt>
    <dgm:pt modelId="{7AD15C0A-3BE6-465B-A0D0-267BAB74F7C3}" type="pres">
      <dgm:prSet presAssocID="{04EEBF30-A045-4612-874A-AD94A883B2F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BA2003A-9BDA-49F3-AB7D-ECD795A9797D}" type="pres">
      <dgm:prSet presAssocID="{04EEBF30-A045-4612-874A-AD94A883B2FB}" presName="spaceRect" presStyleCnt="0"/>
      <dgm:spPr/>
    </dgm:pt>
    <dgm:pt modelId="{B8F13644-88AE-41F3-AF5D-17C1473F32B8}" type="pres">
      <dgm:prSet presAssocID="{04EEBF30-A045-4612-874A-AD94A883B2FB}" presName="parTx" presStyleLbl="revTx" presStyleIdx="0" presStyleCnt="3">
        <dgm:presLayoutVars>
          <dgm:chMax val="0"/>
          <dgm:chPref val="0"/>
        </dgm:presLayoutVars>
      </dgm:prSet>
      <dgm:spPr/>
    </dgm:pt>
    <dgm:pt modelId="{C1033E9C-55ED-4F79-9F39-CEEAE8D1273D}" type="pres">
      <dgm:prSet presAssocID="{532745D9-1490-4C9B-9A50-802E9327662B}" presName="sibTrans" presStyleCnt="0"/>
      <dgm:spPr/>
    </dgm:pt>
    <dgm:pt modelId="{3921BC26-CB4E-4EFD-8A26-603C7AB313C4}" type="pres">
      <dgm:prSet presAssocID="{D3F5AD24-3660-400B-B221-A1234361FA44}" presName="compNode" presStyleCnt="0"/>
      <dgm:spPr/>
    </dgm:pt>
    <dgm:pt modelId="{04C5138F-C10B-4CFA-8B7D-C1C673B514C2}" type="pres">
      <dgm:prSet presAssocID="{D3F5AD24-3660-400B-B221-A1234361FA44}" presName="bgRect" presStyleLbl="bgShp" presStyleIdx="1" presStyleCnt="3"/>
      <dgm:spPr/>
    </dgm:pt>
    <dgm:pt modelId="{44914A17-B0B3-4A01-800F-FA51DE39FB65}" type="pres">
      <dgm:prSet presAssocID="{D3F5AD24-3660-400B-B221-A1234361FA4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09CB2393-4255-4050-AB5C-360FC1DCB2C4}" type="pres">
      <dgm:prSet presAssocID="{D3F5AD24-3660-400B-B221-A1234361FA44}" presName="spaceRect" presStyleCnt="0"/>
      <dgm:spPr/>
    </dgm:pt>
    <dgm:pt modelId="{C4B37533-9B8F-4ACF-B45A-70D54A944A08}" type="pres">
      <dgm:prSet presAssocID="{D3F5AD24-3660-400B-B221-A1234361FA44}" presName="parTx" presStyleLbl="revTx" presStyleIdx="1" presStyleCnt="3">
        <dgm:presLayoutVars>
          <dgm:chMax val="0"/>
          <dgm:chPref val="0"/>
        </dgm:presLayoutVars>
      </dgm:prSet>
      <dgm:spPr/>
    </dgm:pt>
    <dgm:pt modelId="{54667C6B-28B5-4C4A-B96E-D2A4E04D0B76}" type="pres">
      <dgm:prSet presAssocID="{61AB7894-65FB-4FB3-9C80-9A41BAC164D8}" presName="sibTrans" presStyleCnt="0"/>
      <dgm:spPr/>
    </dgm:pt>
    <dgm:pt modelId="{901960D1-A72C-490D-A3D7-DF1EFC06E5B9}" type="pres">
      <dgm:prSet presAssocID="{5CCFCD7A-CA6F-4CB5-A026-450B292AA59A}" presName="compNode" presStyleCnt="0"/>
      <dgm:spPr/>
    </dgm:pt>
    <dgm:pt modelId="{7C9CB5DF-A057-4E2B-92A2-866BFC4C608A}" type="pres">
      <dgm:prSet presAssocID="{5CCFCD7A-CA6F-4CB5-A026-450B292AA59A}" presName="bgRect" presStyleLbl="bgShp" presStyleIdx="2" presStyleCnt="3"/>
      <dgm:spPr/>
    </dgm:pt>
    <dgm:pt modelId="{5F155C3A-534E-47B0-84E5-9A551E7B82EB}" type="pres">
      <dgm:prSet presAssocID="{5CCFCD7A-CA6F-4CB5-A026-450B292AA5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C1A88BF8-7D68-4EAA-96B4-7BAEBA72C09B}" type="pres">
      <dgm:prSet presAssocID="{5CCFCD7A-CA6F-4CB5-A026-450B292AA59A}" presName="spaceRect" presStyleCnt="0"/>
      <dgm:spPr/>
    </dgm:pt>
    <dgm:pt modelId="{F3E25735-B3A8-4477-B15B-7E22982D69DE}" type="pres">
      <dgm:prSet presAssocID="{5CCFCD7A-CA6F-4CB5-A026-450B292AA59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FC6130-00AD-48E1-8628-9C3D6D4DF392}" srcId="{38698262-7509-442C-8447-3FC250A08BEA}" destId="{D3F5AD24-3660-400B-B221-A1234361FA44}" srcOrd="1" destOrd="0" parTransId="{39D2EECC-8458-447E-937C-D68EF4E937EC}" sibTransId="{61AB7894-65FB-4FB3-9C80-9A41BAC164D8}"/>
    <dgm:cxn modelId="{2F24A969-99A0-4807-86C4-0D32DF56A8C5}" type="presOf" srcId="{38698262-7509-442C-8447-3FC250A08BEA}" destId="{7D1455FA-867B-42C1-BC1B-35EBFDF0455F}" srcOrd="0" destOrd="0" presId="urn:microsoft.com/office/officeart/2018/2/layout/IconVerticalSolidList"/>
    <dgm:cxn modelId="{79C86973-7C3E-474C-8293-9BB450C77AEE}" type="presOf" srcId="{04EEBF30-A045-4612-874A-AD94A883B2FB}" destId="{B8F13644-88AE-41F3-AF5D-17C1473F32B8}" srcOrd="0" destOrd="0" presId="urn:microsoft.com/office/officeart/2018/2/layout/IconVerticalSolidList"/>
    <dgm:cxn modelId="{E92150A2-5BCD-4CEF-9B7A-D96B421BBB75}" srcId="{38698262-7509-442C-8447-3FC250A08BEA}" destId="{04EEBF30-A045-4612-874A-AD94A883B2FB}" srcOrd="0" destOrd="0" parTransId="{BE6F948E-B058-427F-87A1-C1F7704AD6ED}" sibTransId="{532745D9-1490-4C9B-9A50-802E9327662B}"/>
    <dgm:cxn modelId="{0FBC94B0-FF36-47D8-BA52-C3FAB7FA923B}" type="presOf" srcId="{D3F5AD24-3660-400B-B221-A1234361FA44}" destId="{C4B37533-9B8F-4ACF-B45A-70D54A944A08}" srcOrd="0" destOrd="0" presId="urn:microsoft.com/office/officeart/2018/2/layout/IconVerticalSolidList"/>
    <dgm:cxn modelId="{A725B2CA-E202-47DB-8A2D-359016FEF174}" type="presOf" srcId="{5CCFCD7A-CA6F-4CB5-A026-450B292AA59A}" destId="{F3E25735-B3A8-4477-B15B-7E22982D69DE}" srcOrd="0" destOrd="0" presId="urn:microsoft.com/office/officeart/2018/2/layout/IconVerticalSolidList"/>
    <dgm:cxn modelId="{CFBF8AE8-B77D-47A6-A035-2F0B5A302406}" srcId="{38698262-7509-442C-8447-3FC250A08BEA}" destId="{5CCFCD7A-CA6F-4CB5-A026-450B292AA59A}" srcOrd="2" destOrd="0" parTransId="{386DB8D6-1A1F-4E0C-867F-D80D5FADDB89}" sibTransId="{D3241D6B-6962-4F02-9F31-6B7A19C0D6AE}"/>
    <dgm:cxn modelId="{E8D4310A-EF49-46F1-8B68-8E6E71FA1444}" type="presParOf" srcId="{7D1455FA-867B-42C1-BC1B-35EBFDF0455F}" destId="{EC816084-10DE-4BE7-BD84-0042D1FA5C90}" srcOrd="0" destOrd="0" presId="urn:microsoft.com/office/officeart/2018/2/layout/IconVerticalSolidList"/>
    <dgm:cxn modelId="{EA6360C4-CB76-4700-9F44-7AE9BA1BE250}" type="presParOf" srcId="{EC816084-10DE-4BE7-BD84-0042D1FA5C90}" destId="{CD4F38AF-DFC1-4269-B0B7-768BD3371DA6}" srcOrd="0" destOrd="0" presId="urn:microsoft.com/office/officeart/2018/2/layout/IconVerticalSolidList"/>
    <dgm:cxn modelId="{BFFFE649-196C-409F-8D00-D5F4CF0BE7F9}" type="presParOf" srcId="{EC816084-10DE-4BE7-BD84-0042D1FA5C90}" destId="{7AD15C0A-3BE6-465B-A0D0-267BAB74F7C3}" srcOrd="1" destOrd="0" presId="urn:microsoft.com/office/officeart/2018/2/layout/IconVerticalSolidList"/>
    <dgm:cxn modelId="{7A866D2E-4E76-4B8E-BA5D-0B81B91BB33A}" type="presParOf" srcId="{EC816084-10DE-4BE7-BD84-0042D1FA5C90}" destId="{7BA2003A-9BDA-49F3-AB7D-ECD795A9797D}" srcOrd="2" destOrd="0" presId="urn:microsoft.com/office/officeart/2018/2/layout/IconVerticalSolidList"/>
    <dgm:cxn modelId="{A92A374C-F595-44C0-A5C3-665703B4C0E2}" type="presParOf" srcId="{EC816084-10DE-4BE7-BD84-0042D1FA5C90}" destId="{B8F13644-88AE-41F3-AF5D-17C1473F32B8}" srcOrd="3" destOrd="0" presId="urn:microsoft.com/office/officeart/2018/2/layout/IconVerticalSolidList"/>
    <dgm:cxn modelId="{0DF35B71-AF61-44B1-9E53-9AEED5AB2215}" type="presParOf" srcId="{7D1455FA-867B-42C1-BC1B-35EBFDF0455F}" destId="{C1033E9C-55ED-4F79-9F39-CEEAE8D1273D}" srcOrd="1" destOrd="0" presId="urn:microsoft.com/office/officeart/2018/2/layout/IconVerticalSolidList"/>
    <dgm:cxn modelId="{CE782ADD-DF7F-41B6-8679-35450C5DEF23}" type="presParOf" srcId="{7D1455FA-867B-42C1-BC1B-35EBFDF0455F}" destId="{3921BC26-CB4E-4EFD-8A26-603C7AB313C4}" srcOrd="2" destOrd="0" presId="urn:microsoft.com/office/officeart/2018/2/layout/IconVerticalSolidList"/>
    <dgm:cxn modelId="{5F6639B4-E202-49A6-AF5B-0CE093CEFAE6}" type="presParOf" srcId="{3921BC26-CB4E-4EFD-8A26-603C7AB313C4}" destId="{04C5138F-C10B-4CFA-8B7D-C1C673B514C2}" srcOrd="0" destOrd="0" presId="urn:microsoft.com/office/officeart/2018/2/layout/IconVerticalSolidList"/>
    <dgm:cxn modelId="{4EA4AEC1-0842-4A5A-A87B-69A7AFAA3772}" type="presParOf" srcId="{3921BC26-CB4E-4EFD-8A26-603C7AB313C4}" destId="{44914A17-B0B3-4A01-800F-FA51DE39FB65}" srcOrd="1" destOrd="0" presId="urn:microsoft.com/office/officeart/2018/2/layout/IconVerticalSolidList"/>
    <dgm:cxn modelId="{4EF01AD9-982E-40E3-9991-7463708AF2E8}" type="presParOf" srcId="{3921BC26-CB4E-4EFD-8A26-603C7AB313C4}" destId="{09CB2393-4255-4050-AB5C-360FC1DCB2C4}" srcOrd="2" destOrd="0" presId="urn:microsoft.com/office/officeart/2018/2/layout/IconVerticalSolidList"/>
    <dgm:cxn modelId="{CCBE6EFB-35BC-4835-9338-C32B4A70461E}" type="presParOf" srcId="{3921BC26-CB4E-4EFD-8A26-603C7AB313C4}" destId="{C4B37533-9B8F-4ACF-B45A-70D54A944A08}" srcOrd="3" destOrd="0" presId="urn:microsoft.com/office/officeart/2018/2/layout/IconVerticalSolidList"/>
    <dgm:cxn modelId="{C5D3DF45-ED9E-46B1-B9CC-749FFDB196B2}" type="presParOf" srcId="{7D1455FA-867B-42C1-BC1B-35EBFDF0455F}" destId="{54667C6B-28B5-4C4A-B96E-D2A4E04D0B76}" srcOrd="3" destOrd="0" presId="urn:microsoft.com/office/officeart/2018/2/layout/IconVerticalSolidList"/>
    <dgm:cxn modelId="{9A8845A3-4BE7-4780-82E5-3F818ECFF5AE}" type="presParOf" srcId="{7D1455FA-867B-42C1-BC1B-35EBFDF0455F}" destId="{901960D1-A72C-490D-A3D7-DF1EFC06E5B9}" srcOrd="4" destOrd="0" presId="urn:microsoft.com/office/officeart/2018/2/layout/IconVerticalSolidList"/>
    <dgm:cxn modelId="{A43FD37B-16F2-42AC-A239-313042CB97CC}" type="presParOf" srcId="{901960D1-A72C-490D-A3D7-DF1EFC06E5B9}" destId="{7C9CB5DF-A057-4E2B-92A2-866BFC4C608A}" srcOrd="0" destOrd="0" presId="urn:microsoft.com/office/officeart/2018/2/layout/IconVerticalSolidList"/>
    <dgm:cxn modelId="{5BB757D7-C605-4BC4-9F71-0ABF73501432}" type="presParOf" srcId="{901960D1-A72C-490D-A3D7-DF1EFC06E5B9}" destId="{5F155C3A-534E-47B0-84E5-9A551E7B82EB}" srcOrd="1" destOrd="0" presId="urn:microsoft.com/office/officeart/2018/2/layout/IconVerticalSolidList"/>
    <dgm:cxn modelId="{ADA919A1-CD0B-4BBB-9497-966F1D1D96FE}" type="presParOf" srcId="{901960D1-A72C-490D-A3D7-DF1EFC06E5B9}" destId="{C1A88BF8-7D68-4EAA-96B4-7BAEBA72C09B}" srcOrd="2" destOrd="0" presId="urn:microsoft.com/office/officeart/2018/2/layout/IconVerticalSolidList"/>
    <dgm:cxn modelId="{148EB2F4-38CB-4766-B82C-A2FA465569A8}" type="presParOf" srcId="{901960D1-A72C-490D-A3D7-DF1EFC06E5B9}" destId="{F3E25735-B3A8-4477-B15B-7E22982D69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65BBBC-B633-497F-9212-CD1B096AA744}" type="doc">
      <dgm:prSet loTypeId="urn:microsoft.com/office/officeart/2018/2/layout/IconLabel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F8AB2A1-78CB-488D-AC2A-159F0D4AD2D5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IN" b="1" dirty="0"/>
            <a:t>Missing Value Protocol: </a:t>
          </a:r>
          <a:r>
            <a:rPr lang="en-IN" dirty="0"/>
            <a:t>Incomplete observations or coordinate lookup failures were handled by removing rows entirely to protect feature space.</a:t>
          </a:r>
        </a:p>
        <a:p>
          <a:pPr algn="l">
            <a:lnSpc>
              <a:spcPct val="100000"/>
            </a:lnSpc>
          </a:pPr>
          <a:r>
            <a:rPr lang="en-IN" b="1" dirty="0"/>
            <a:t>    What We Dropped:</a:t>
          </a:r>
          <a:r>
            <a:rPr lang="en-IN" dirty="0"/>
            <a:t> </a:t>
          </a:r>
          <a:r>
            <a:rPr lang="en-IN" b="0" i="0" dirty="0" err="1"/>
            <a:t>match_id</a:t>
          </a:r>
          <a:r>
            <a:rPr lang="en-IN" b="0" i="0" dirty="0"/>
            <a:t> , venue , city , team </a:t>
          </a:r>
          <a:endParaRPr lang="en-IN" dirty="0"/>
        </a:p>
      </dgm:t>
    </dgm:pt>
    <dgm:pt modelId="{822FBD17-61FB-4203-B1AE-3B102E83A731}" type="parTrans" cxnId="{D1CBAD2F-B6EB-485F-9ADB-CDDA9F6C0C82}">
      <dgm:prSet/>
      <dgm:spPr/>
      <dgm:t>
        <a:bodyPr/>
        <a:lstStyle/>
        <a:p>
          <a:endParaRPr lang="en-IN"/>
        </a:p>
      </dgm:t>
    </dgm:pt>
    <dgm:pt modelId="{7ECC9F58-B1DE-440F-B21D-8AD7B0074949}" type="sibTrans" cxnId="{D1CBAD2F-B6EB-485F-9ADB-CDDA9F6C0C82}">
      <dgm:prSet/>
      <dgm:spPr/>
      <dgm:t>
        <a:bodyPr/>
        <a:lstStyle/>
        <a:p>
          <a:endParaRPr lang="en-IN"/>
        </a:p>
      </dgm:t>
    </dgm:pt>
    <dgm:pt modelId="{DF553D92-79FB-4B56-8265-10248DFE5E7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Chronological Ordering Strategy: </a:t>
          </a:r>
          <a:r>
            <a:rPr lang="en-IN"/>
            <a:t>Sorted rows sequentially by date before splitting to prevent future data patterns from leaking into past training steps.</a:t>
          </a:r>
        </a:p>
      </dgm:t>
    </dgm:pt>
    <dgm:pt modelId="{E7941997-BBDB-4A91-B032-1F4350FA72D7}" type="parTrans" cxnId="{59D12728-AA17-4473-9776-69F3C577301E}">
      <dgm:prSet/>
      <dgm:spPr/>
      <dgm:t>
        <a:bodyPr/>
        <a:lstStyle/>
        <a:p>
          <a:endParaRPr lang="en-IN"/>
        </a:p>
      </dgm:t>
    </dgm:pt>
    <dgm:pt modelId="{256FE742-86D7-43C3-A4B5-8B68866CF00D}" type="sibTrans" cxnId="{59D12728-AA17-4473-9776-69F3C577301E}">
      <dgm:prSet/>
      <dgm:spPr/>
      <dgm:t>
        <a:bodyPr/>
        <a:lstStyle/>
        <a:p>
          <a:endParaRPr lang="en-IN"/>
        </a:p>
      </dgm:t>
    </dgm:pt>
    <dgm:pt modelId="{CA23EB8B-C14E-40C8-BAE4-F235714C26E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Vector Scaling: </a:t>
          </a:r>
          <a:r>
            <a:rPr lang="en-IN"/>
            <a:t>Applied StandardScaler normalization across numerical feature arrays to prevent high-magnitude features from masking lower-magnitude indicators.</a:t>
          </a:r>
        </a:p>
      </dgm:t>
    </dgm:pt>
    <dgm:pt modelId="{B9E01064-44AC-404D-80FC-97EFE890BD64}" type="parTrans" cxnId="{C8977EA5-BCE1-44C1-B2E6-C7C4D81DAE69}">
      <dgm:prSet/>
      <dgm:spPr/>
      <dgm:t>
        <a:bodyPr/>
        <a:lstStyle/>
        <a:p>
          <a:endParaRPr lang="en-IN"/>
        </a:p>
      </dgm:t>
    </dgm:pt>
    <dgm:pt modelId="{13256DD6-7303-4B73-A8E1-B18EE6D9DDB0}" type="sibTrans" cxnId="{C8977EA5-BCE1-44C1-B2E6-C7C4D81DAE69}">
      <dgm:prSet/>
      <dgm:spPr/>
      <dgm:t>
        <a:bodyPr/>
        <a:lstStyle/>
        <a:p>
          <a:endParaRPr lang="en-IN"/>
        </a:p>
      </dgm:t>
    </dgm:pt>
    <dgm:pt modelId="{9D8C3899-F26B-4F50-BB4D-A3E2E6D42A9F}" type="pres">
      <dgm:prSet presAssocID="{0065BBBC-B633-497F-9212-CD1B096AA744}" presName="root" presStyleCnt="0">
        <dgm:presLayoutVars>
          <dgm:dir/>
          <dgm:resizeHandles val="exact"/>
        </dgm:presLayoutVars>
      </dgm:prSet>
      <dgm:spPr/>
    </dgm:pt>
    <dgm:pt modelId="{05611EA9-F502-43D8-B852-05054FE048B1}" type="pres">
      <dgm:prSet presAssocID="{7F8AB2A1-78CB-488D-AC2A-159F0D4AD2D5}" presName="compNode" presStyleCnt="0"/>
      <dgm:spPr/>
    </dgm:pt>
    <dgm:pt modelId="{4092E618-9CF8-478D-8020-6A764BBE6F40}" type="pres">
      <dgm:prSet presAssocID="{7F8AB2A1-78CB-488D-AC2A-159F0D4AD2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FBCB5028-8833-479C-9679-58E166BCB25F}" type="pres">
      <dgm:prSet presAssocID="{7F8AB2A1-78CB-488D-AC2A-159F0D4AD2D5}" presName="spaceRect" presStyleCnt="0"/>
      <dgm:spPr/>
    </dgm:pt>
    <dgm:pt modelId="{0DCEF731-B008-4A5A-A62A-95E23DFA4EC3}" type="pres">
      <dgm:prSet presAssocID="{7F8AB2A1-78CB-488D-AC2A-159F0D4AD2D5}" presName="textRect" presStyleLbl="revTx" presStyleIdx="0" presStyleCnt="3">
        <dgm:presLayoutVars>
          <dgm:chMax val="1"/>
          <dgm:chPref val="1"/>
        </dgm:presLayoutVars>
      </dgm:prSet>
      <dgm:spPr/>
    </dgm:pt>
    <dgm:pt modelId="{865B96AA-0942-475D-AD48-62B29CFF6CBF}" type="pres">
      <dgm:prSet presAssocID="{7ECC9F58-B1DE-440F-B21D-8AD7B0074949}" presName="sibTrans" presStyleCnt="0"/>
      <dgm:spPr/>
    </dgm:pt>
    <dgm:pt modelId="{94AF8F2E-D858-46DB-886E-7000BF1AB0C1}" type="pres">
      <dgm:prSet presAssocID="{DF553D92-79FB-4B56-8265-10248DFE5E7B}" presName="compNode" presStyleCnt="0"/>
      <dgm:spPr/>
    </dgm:pt>
    <dgm:pt modelId="{FB624EA2-4995-4A96-9B7E-113018478B95}" type="pres">
      <dgm:prSet presAssocID="{DF553D92-79FB-4B56-8265-10248DFE5E7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B2C8ACC-9B65-4AEC-BD42-F0BBF55FE077}" type="pres">
      <dgm:prSet presAssocID="{DF553D92-79FB-4B56-8265-10248DFE5E7B}" presName="spaceRect" presStyleCnt="0"/>
      <dgm:spPr/>
    </dgm:pt>
    <dgm:pt modelId="{252B4F3B-C046-4C4F-80CF-9BB189F408A9}" type="pres">
      <dgm:prSet presAssocID="{DF553D92-79FB-4B56-8265-10248DFE5E7B}" presName="textRect" presStyleLbl="revTx" presStyleIdx="1" presStyleCnt="3">
        <dgm:presLayoutVars>
          <dgm:chMax val="1"/>
          <dgm:chPref val="1"/>
        </dgm:presLayoutVars>
      </dgm:prSet>
      <dgm:spPr/>
    </dgm:pt>
    <dgm:pt modelId="{E2E58E12-E0D3-470D-B26B-08CF8D05F7F5}" type="pres">
      <dgm:prSet presAssocID="{256FE742-86D7-43C3-A4B5-8B68866CF00D}" presName="sibTrans" presStyleCnt="0"/>
      <dgm:spPr/>
    </dgm:pt>
    <dgm:pt modelId="{379B6B3A-6EB1-4D2E-8D34-F29E86321995}" type="pres">
      <dgm:prSet presAssocID="{CA23EB8B-C14E-40C8-BAE4-F235714C26EC}" presName="compNode" presStyleCnt="0"/>
      <dgm:spPr/>
    </dgm:pt>
    <dgm:pt modelId="{CB4FC2F7-7A81-493E-9698-3B3834434CF5}" type="pres">
      <dgm:prSet presAssocID="{CA23EB8B-C14E-40C8-BAE4-F235714C26E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0DC8D45-D7F2-4BAB-B386-F71D4AA81648}" type="pres">
      <dgm:prSet presAssocID="{CA23EB8B-C14E-40C8-BAE4-F235714C26EC}" presName="spaceRect" presStyleCnt="0"/>
      <dgm:spPr/>
    </dgm:pt>
    <dgm:pt modelId="{475E2262-47BE-4A8A-B31D-C41A46AFF917}" type="pres">
      <dgm:prSet presAssocID="{CA23EB8B-C14E-40C8-BAE4-F235714C26E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1E1219-CCC6-419C-AC2B-3BFE16CB0612}" type="presOf" srcId="{DF553D92-79FB-4B56-8265-10248DFE5E7B}" destId="{252B4F3B-C046-4C4F-80CF-9BB189F408A9}" srcOrd="0" destOrd="0" presId="urn:microsoft.com/office/officeart/2018/2/layout/IconLabelList"/>
    <dgm:cxn modelId="{59D12728-AA17-4473-9776-69F3C577301E}" srcId="{0065BBBC-B633-497F-9212-CD1B096AA744}" destId="{DF553D92-79FB-4B56-8265-10248DFE5E7B}" srcOrd="1" destOrd="0" parTransId="{E7941997-BBDB-4A91-B032-1F4350FA72D7}" sibTransId="{256FE742-86D7-43C3-A4B5-8B68866CF00D}"/>
    <dgm:cxn modelId="{D1CBAD2F-B6EB-485F-9ADB-CDDA9F6C0C82}" srcId="{0065BBBC-B633-497F-9212-CD1B096AA744}" destId="{7F8AB2A1-78CB-488D-AC2A-159F0D4AD2D5}" srcOrd="0" destOrd="0" parTransId="{822FBD17-61FB-4203-B1AE-3B102E83A731}" sibTransId="{7ECC9F58-B1DE-440F-B21D-8AD7B0074949}"/>
    <dgm:cxn modelId="{F9971A77-F143-496D-B0C6-A110815319E5}" type="presOf" srcId="{CA23EB8B-C14E-40C8-BAE4-F235714C26EC}" destId="{475E2262-47BE-4A8A-B31D-C41A46AFF917}" srcOrd="0" destOrd="0" presId="urn:microsoft.com/office/officeart/2018/2/layout/IconLabelList"/>
    <dgm:cxn modelId="{C8977EA5-BCE1-44C1-B2E6-C7C4D81DAE69}" srcId="{0065BBBC-B633-497F-9212-CD1B096AA744}" destId="{CA23EB8B-C14E-40C8-BAE4-F235714C26EC}" srcOrd="2" destOrd="0" parTransId="{B9E01064-44AC-404D-80FC-97EFE890BD64}" sibTransId="{13256DD6-7303-4B73-A8E1-B18EE6D9DDB0}"/>
    <dgm:cxn modelId="{A29EFCD5-4393-4A80-A04A-6051DB80B04A}" type="presOf" srcId="{0065BBBC-B633-497F-9212-CD1B096AA744}" destId="{9D8C3899-F26B-4F50-BB4D-A3E2E6D42A9F}" srcOrd="0" destOrd="0" presId="urn:microsoft.com/office/officeart/2018/2/layout/IconLabelList"/>
    <dgm:cxn modelId="{848ECAEA-1EA2-485E-83F1-9A782EEC2430}" type="presOf" srcId="{7F8AB2A1-78CB-488D-AC2A-159F0D4AD2D5}" destId="{0DCEF731-B008-4A5A-A62A-95E23DFA4EC3}" srcOrd="0" destOrd="0" presId="urn:microsoft.com/office/officeart/2018/2/layout/IconLabelList"/>
    <dgm:cxn modelId="{2FF02DBC-8F12-42B2-9766-0930D43512D0}" type="presParOf" srcId="{9D8C3899-F26B-4F50-BB4D-A3E2E6D42A9F}" destId="{05611EA9-F502-43D8-B852-05054FE048B1}" srcOrd="0" destOrd="0" presId="urn:microsoft.com/office/officeart/2018/2/layout/IconLabelList"/>
    <dgm:cxn modelId="{212CED34-63EF-41E3-9D27-008A9AEC717E}" type="presParOf" srcId="{05611EA9-F502-43D8-B852-05054FE048B1}" destId="{4092E618-9CF8-478D-8020-6A764BBE6F40}" srcOrd="0" destOrd="0" presId="urn:microsoft.com/office/officeart/2018/2/layout/IconLabelList"/>
    <dgm:cxn modelId="{BDFA1ECB-DC25-49FD-B6C2-7C2124F4583C}" type="presParOf" srcId="{05611EA9-F502-43D8-B852-05054FE048B1}" destId="{FBCB5028-8833-479C-9679-58E166BCB25F}" srcOrd="1" destOrd="0" presId="urn:microsoft.com/office/officeart/2018/2/layout/IconLabelList"/>
    <dgm:cxn modelId="{6B510AD0-0CFB-40C7-86CE-6F46B664557B}" type="presParOf" srcId="{05611EA9-F502-43D8-B852-05054FE048B1}" destId="{0DCEF731-B008-4A5A-A62A-95E23DFA4EC3}" srcOrd="2" destOrd="0" presId="urn:microsoft.com/office/officeart/2018/2/layout/IconLabelList"/>
    <dgm:cxn modelId="{7540E513-6C2C-4187-98F1-EE68DC11FBC6}" type="presParOf" srcId="{9D8C3899-F26B-4F50-BB4D-A3E2E6D42A9F}" destId="{865B96AA-0942-475D-AD48-62B29CFF6CBF}" srcOrd="1" destOrd="0" presId="urn:microsoft.com/office/officeart/2018/2/layout/IconLabelList"/>
    <dgm:cxn modelId="{B4B06497-684D-4FD8-B8C2-877BAE547954}" type="presParOf" srcId="{9D8C3899-F26B-4F50-BB4D-A3E2E6D42A9F}" destId="{94AF8F2E-D858-46DB-886E-7000BF1AB0C1}" srcOrd="2" destOrd="0" presId="urn:microsoft.com/office/officeart/2018/2/layout/IconLabelList"/>
    <dgm:cxn modelId="{CEC9E323-85EE-4A85-B6B0-E74A0819D6CF}" type="presParOf" srcId="{94AF8F2E-D858-46DB-886E-7000BF1AB0C1}" destId="{FB624EA2-4995-4A96-9B7E-113018478B95}" srcOrd="0" destOrd="0" presId="urn:microsoft.com/office/officeart/2018/2/layout/IconLabelList"/>
    <dgm:cxn modelId="{BCF1114F-DC3F-45A3-8350-8AE9F5D7A0F9}" type="presParOf" srcId="{94AF8F2E-D858-46DB-886E-7000BF1AB0C1}" destId="{9B2C8ACC-9B65-4AEC-BD42-F0BBF55FE077}" srcOrd="1" destOrd="0" presId="urn:microsoft.com/office/officeart/2018/2/layout/IconLabelList"/>
    <dgm:cxn modelId="{83CB9A41-282E-4D67-BDCA-C23F7FA866FF}" type="presParOf" srcId="{94AF8F2E-D858-46DB-886E-7000BF1AB0C1}" destId="{252B4F3B-C046-4C4F-80CF-9BB189F408A9}" srcOrd="2" destOrd="0" presId="urn:microsoft.com/office/officeart/2018/2/layout/IconLabelList"/>
    <dgm:cxn modelId="{305AFFC2-E179-416E-8051-B4829945EE3F}" type="presParOf" srcId="{9D8C3899-F26B-4F50-BB4D-A3E2E6D42A9F}" destId="{E2E58E12-E0D3-470D-B26B-08CF8D05F7F5}" srcOrd="3" destOrd="0" presId="urn:microsoft.com/office/officeart/2018/2/layout/IconLabelList"/>
    <dgm:cxn modelId="{EBDD92AB-08F5-4FCD-9220-C5CB7C81D3F7}" type="presParOf" srcId="{9D8C3899-F26B-4F50-BB4D-A3E2E6D42A9F}" destId="{379B6B3A-6EB1-4D2E-8D34-F29E86321995}" srcOrd="4" destOrd="0" presId="urn:microsoft.com/office/officeart/2018/2/layout/IconLabelList"/>
    <dgm:cxn modelId="{92B8CACF-711D-442F-9C64-032C5C5C5660}" type="presParOf" srcId="{379B6B3A-6EB1-4D2E-8D34-F29E86321995}" destId="{CB4FC2F7-7A81-493E-9698-3B3834434CF5}" srcOrd="0" destOrd="0" presId="urn:microsoft.com/office/officeart/2018/2/layout/IconLabelList"/>
    <dgm:cxn modelId="{7CC12422-0829-4C7E-B058-1718182849C6}" type="presParOf" srcId="{379B6B3A-6EB1-4D2E-8D34-F29E86321995}" destId="{B0DC8D45-D7F2-4BAB-B386-F71D4AA81648}" srcOrd="1" destOrd="0" presId="urn:microsoft.com/office/officeart/2018/2/layout/IconLabelList"/>
    <dgm:cxn modelId="{780656A5-3B20-40FD-AC37-ACEA8CDCDDF4}" type="presParOf" srcId="{379B6B3A-6EB1-4D2E-8D34-F29E86321995}" destId="{475E2262-47BE-4A8A-B31D-C41A46AFF9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45C5D7-B201-481B-ADD4-7A79FF4A2572}" type="doc">
      <dgm:prSet loTypeId="urn:microsoft.com/office/officeart/2018/2/layout/IconCircleList" loCatId="icon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53715A-835B-44E8-BB01-04CDC9356CA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Decoupled Architecture Flow: Modulariized data preparation into separate notebook steps to cleanly isolate data gathering from modeling.</a:t>
          </a:r>
        </a:p>
      </dgm:t>
    </dgm:pt>
    <dgm:pt modelId="{9B08684B-F942-4D65-81E9-345E4787BD43}" type="parTrans" cxnId="{A2D38090-99BD-4EE7-82D3-9442391D9E44}">
      <dgm:prSet/>
      <dgm:spPr/>
      <dgm:t>
        <a:bodyPr/>
        <a:lstStyle/>
        <a:p>
          <a:endParaRPr lang="en-IN"/>
        </a:p>
      </dgm:t>
    </dgm:pt>
    <dgm:pt modelId="{E7E76876-7F5A-4695-8815-548DC76D3F44}" type="sibTrans" cxnId="{A2D38090-99BD-4EE7-82D3-9442391D9E44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BCF397E5-799B-4275-B21A-4D5F32F7D28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Server Defense Layer: Implemented python pacing parameter windows via time.sleep() to respect public server access constraints.</a:t>
          </a:r>
        </a:p>
      </dgm:t>
    </dgm:pt>
    <dgm:pt modelId="{32A040E9-896C-476B-96FE-5E81BDAB7747}" type="parTrans" cxnId="{693764CD-A080-46CB-8E86-52B04B98A025}">
      <dgm:prSet/>
      <dgm:spPr/>
      <dgm:t>
        <a:bodyPr/>
        <a:lstStyle/>
        <a:p>
          <a:endParaRPr lang="en-IN"/>
        </a:p>
      </dgm:t>
    </dgm:pt>
    <dgm:pt modelId="{A6E7BB10-8673-4ABC-B61D-67101985B746}" type="sibTrans" cxnId="{693764CD-A080-46CB-8E86-52B04B98A025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D7182870-6A29-4897-805B-8967DB0222A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Robust Fail-Safe Node Handling: Wrapped JSON loading nodes inside try-except traps to bypass broken files without halting execution runs.</a:t>
          </a:r>
        </a:p>
      </dgm:t>
    </dgm:pt>
    <dgm:pt modelId="{8FAB87A0-C8FE-47ED-9974-0DB33E4CF081}" type="parTrans" cxnId="{4802FCFC-C8A6-464C-B3CB-83ED07DA2FB4}">
      <dgm:prSet/>
      <dgm:spPr/>
      <dgm:t>
        <a:bodyPr/>
        <a:lstStyle/>
        <a:p>
          <a:endParaRPr lang="en-IN"/>
        </a:p>
      </dgm:t>
    </dgm:pt>
    <dgm:pt modelId="{E1087C69-9504-4E80-9D8C-6934672C4FD6}" type="sibTrans" cxnId="{4802FCFC-C8A6-464C-B3CB-83ED07DA2FB4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623B5D0D-D6BE-4AB3-BF9B-6538E1D3F8F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Loop Optimization: Programmed consistent tracking arrays to evaluate all 9 distinct regression models uniformly across identical training matrices.</a:t>
          </a:r>
        </a:p>
      </dgm:t>
    </dgm:pt>
    <dgm:pt modelId="{93596960-EBA5-4712-BE4F-0AD8635B022D}" type="parTrans" cxnId="{1D2FDBE2-CE09-4406-B2CA-CBB6FE39AA5C}">
      <dgm:prSet/>
      <dgm:spPr/>
      <dgm:t>
        <a:bodyPr/>
        <a:lstStyle/>
        <a:p>
          <a:endParaRPr lang="en-IN"/>
        </a:p>
      </dgm:t>
    </dgm:pt>
    <dgm:pt modelId="{CFED0A7F-1D3B-4646-B13A-71FAF1778FD7}" type="sibTrans" cxnId="{1D2FDBE2-CE09-4406-B2CA-CBB6FE39AA5C}">
      <dgm:prSet/>
      <dgm:spPr/>
      <dgm:t>
        <a:bodyPr/>
        <a:lstStyle/>
        <a:p>
          <a:endParaRPr lang="en-IN"/>
        </a:p>
      </dgm:t>
    </dgm:pt>
    <dgm:pt modelId="{FD56A482-2C27-4F5D-A04F-A1A7C45E161E}" type="pres">
      <dgm:prSet presAssocID="{BF45C5D7-B201-481B-ADD4-7A79FF4A2572}" presName="root" presStyleCnt="0">
        <dgm:presLayoutVars>
          <dgm:dir/>
          <dgm:resizeHandles val="exact"/>
        </dgm:presLayoutVars>
      </dgm:prSet>
      <dgm:spPr/>
    </dgm:pt>
    <dgm:pt modelId="{401E7A80-9901-4464-B893-850B297102D0}" type="pres">
      <dgm:prSet presAssocID="{BF45C5D7-B201-481B-ADD4-7A79FF4A2572}" presName="container" presStyleCnt="0">
        <dgm:presLayoutVars>
          <dgm:dir/>
          <dgm:resizeHandles val="exact"/>
        </dgm:presLayoutVars>
      </dgm:prSet>
      <dgm:spPr/>
    </dgm:pt>
    <dgm:pt modelId="{3C415794-548F-4C40-84CF-E5B857B02585}" type="pres">
      <dgm:prSet presAssocID="{2353715A-835B-44E8-BB01-04CDC9356CAB}" presName="compNode" presStyleCnt="0"/>
      <dgm:spPr/>
    </dgm:pt>
    <dgm:pt modelId="{DF39F76E-F0D3-46C2-A154-8906006B376B}" type="pres">
      <dgm:prSet presAssocID="{2353715A-835B-44E8-BB01-04CDC9356CAB}" presName="iconBgRect" presStyleLbl="bgShp" presStyleIdx="0" presStyleCnt="4"/>
      <dgm:spPr/>
    </dgm:pt>
    <dgm:pt modelId="{45926B34-D039-4F7C-BC15-11ABA8509DE8}" type="pres">
      <dgm:prSet presAssocID="{2353715A-835B-44E8-BB01-04CDC9356CA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7EE063E-9DBA-46DF-9442-7087E68DE66E}" type="pres">
      <dgm:prSet presAssocID="{2353715A-835B-44E8-BB01-04CDC9356CAB}" presName="spaceRect" presStyleCnt="0"/>
      <dgm:spPr/>
    </dgm:pt>
    <dgm:pt modelId="{FF1F897A-CCBB-44BD-B10F-EB0507F30F23}" type="pres">
      <dgm:prSet presAssocID="{2353715A-835B-44E8-BB01-04CDC9356CAB}" presName="textRect" presStyleLbl="revTx" presStyleIdx="0" presStyleCnt="4">
        <dgm:presLayoutVars>
          <dgm:chMax val="1"/>
          <dgm:chPref val="1"/>
        </dgm:presLayoutVars>
      </dgm:prSet>
      <dgm:spPr/>
    </dgm:pt>
    <dgm:pt modelId="{0AB3B61B-534C-40DD-91FF-FF0119FAC2C7}" type="pres">
      <dgm:prSet presAssocID="{E7E76876-7F5A-4695-8815-548DC76D3F44}" presName="sibTrans" presStyleLbl="sibTrans2D1" presStyleIdx="0" presStyleCnt="0"/>
      <dgm:spPr/>
    </dgm:pt>
    <dgm:pt modelId="{DD1609B8-E497-4FD7-82E3-AF68C4BAEAF0}" type="pres">
      <dgm:prSet presAssocID="{BCF397E5-799B-4275-B21A-4D5F32F7D280}" presName="compNode" presStyleCnt="0"/>
      <dgm:spPr/>
    </dgm:pt>
    <dgm:pt modelId="{2D8554C9-DBDA-47D4-8311-1CBA9C4E79EC}" type="pres">
      <dgm:prSet presAssocID="{BCF397E5-799B-4275-B21A-4D5F32F7D280}" presName="iconBgRect" presStyleLbl="bgShp" presStyleIdx="1" presStyleCnt="4"/>
      <dgm:spPr/>
    </dgm:pt>
    <dgm:pt modelId="{4476CC84-2DD1-406B-927B-3AB41A551C3C}" type="pres">
      <dgm:prSet presAssocID="{BCF397E5-799B-4275-B21A-4D5F32F7D2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E3F04C3-0E12-4FA2-BC49-DBE18236BCCC}" type="pres">
      <dgm:prSet presAssocID="{BCF397E5-799B-4275-B21A-4D5F32F7D280}" presName="spaceRect" presStyleCnt="0"/>
      <dgm:spPr/>
    </dgm:pt>
    <dgm:pt modelId="{2D28580B-8958-42CA-8711-BE2966EF9B23}" type="pres">
      <dgm:prSet presAssocID="{BCF397E5-799B-4275-B21A-4D5F32F7D280}" presName="textRect" presStyleLbl="revTx" presStyleIdx="1" presStyleCnt="4">
        <dgm:presLayoutVars>
          <dgm:chMax val="1"/>
          <dgm:chPref val="1"/>
        </dgm:presLayoutVars>
      </dgm:prSet>
      <dgm:spPr/>
    </dgm:pt>
    <dgm:pt modelId="{1EEEF949-16EB-4E36-8A71-41A1809965B9}" type="pres">
      <dgm:prSet presAssocID="{A6E7BB10-8673-4ABC-B61D-67101985B746}" presName="sibTrans" presStyleLbl="sibTrans2D1" presStyleIdx="0" presStyleCnt="0"/>
      <dgm:spPr/>
    </dgm:pt>
    <dgm:pt modelId="{B285A079-3D8C-4C0B-9EE7-600D1B3F2350}" type="pres">
      <dgm:prSet presAssocID="{D7182870-6A29-4897-805B-8967DB0222AD}" presName="compNode" presStyleCnt="0"/>
      <dgm:spPr/>
    </dgm:pt>
    <dgm:pt modelId="{EE338A1E-0051-48A5-9210-AC3B69190005}" type="pres">
      <dgm:prSet presAssocID="{D7182870-6A29-4897-805B-8967DB0222AD}" presName="iconBgRect" presStyleLbl="bgShp" presStyleIdx="2" presStyleCnt="4"/>
      <dgm:spPr/>
    </dgm:pt>
    <dgm:pt modelId="{E73C20C0-0922-4EC1-A02F-D397CC073CC2}" type="pres">
      <dgm:prSet presAssocID="{D7182870-6A29-4897-805B-8967DB0222A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C6FA277-53CC-44FB-BABB-8FE73DA9B991}" type="pres">
      <dgm:prSet presAssocID="{D7182870-6A29-4897-805B-8967DB0222AD}" presName="spaceRect" presStyleCnt="0"/>
      <dgm:spPr/>
    </dgm:pt>
    <dgm:pt modelId="{13B5A71B-B2FE-4E95-98FE-C5B72551A9F1}" type="pres">
      <dgm:prSet presAssocID="{D7182870-6A29-4897-805B-8967DB0222AD}" presName="textRect" presStyleLbl="revTx" presStyleIdx="2" presStyleCnt="4">
        <dgm:presLayoutVars>
          <dgm:chMax val="1"/>
          <dgm:chPref val="1"/>
        </dgm:presLayoutVars>
      </dgm:prSet>
      <dgm:spPr/>
    </dgm:pt>
    <dgm:pt modelId="{0BBDC0FB-ABBF-4145-AED9-0BFF2B98C36F}" type="pres">
      <dgm:prSet presAssocID="{E1087C69-9504-4E80-9D8C-6934672C4FD6}" presName="sibTrans" presStyleLbl="sibTrans2D1" presStyleIdx="0" presStyleCnt="0"/>
      <dgm:spPr/>
    </dgm:pt>
    <dgm:pt modelId="{8F3E7EB1-203A-4847-BADA-CAF8814090AD}" type="pres">
      <dgm:prSet presAssocID="{623B5D0D-D6BE-4AB3-BF9B-6538E1D3F8FC}" presName="compNode" presStyleCnt="0"/>
      <dgm:spPr/>
    </dgm:pt>
    <dgm:pt modelId="{FA06BFBA-CA9B-4566-8691-84AAA56A7906}" type="pres">
      <dgm:prSet presAssocID="{623B5D0D-D6BE-4AB3-BF9B-6538E1D3F8FC}" presName="iconBgRect" presStyleLbl="bgShp" presStyleIdx="3" presStyleCnt="4"/>
      <dgm:spPr/>
    </dgm:pt>
    <dgm:pt modelId="{F98DFCB1-C51B-4A4B-AF58-47D8D8F25C28}" type="pres">
      <dgm:prSet presAssocID="{623B5D0D-D6BE-4AB3-BF9B-6538E1D3F8F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4F59CE-0698-4AAE-A6CE-0C564E081558}" type="pres">
      <dgm:prSet presAssocID="{623B5D0D-D6BE-4AB3-BF9B-6538E1D3F8FC}" presName="spaceRect" presStyleCnt="0"/>
      <dgm:spPr/>
    </dgm:pt>
    <dgm:pt modelId="{F15FD4CD-EB70-4FF4-BA49-88023BAD7918}" type="pres">
      <dgm:prSet presAssocID="{623B5D0D-D6BE-4AB3-BF9B-6538E1D3F8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C0B412-E1CE-41E6-A4E8-0476FF388B0D}" type="presOf" srcId="{E7E76876-7F5A-4695-8815-548DC76D3F44}" destId="{0AB3B61B-534C-40DD-91FF-FF0119FAC2C7}" srcOrd="0" destOrd="0" presId="urn:microsoft.com/office/officeart/2018/2/layout/IconCircleList"/>
    <dgm:cxn modelId="{BCE0352B-FC78-4AAB-9C4D-7CF707C6FDD6}" type="presOf" srcId="{623B5D0D-D6BE-4AB3-BF9B-6538E1D3F8FC}" destId="{F15FD4CD-EB70-4FF4-BA49-88023BAD7918}" srcOrd="0" destOrd="0" presId="urn:microsoft.com/office/officeart/2018/2/layout/IconCircleList"/>
    <dgm:cxn modelId="{431E7D30-26D4-4DD2-BC75-641B977DB31B}" type="presOf" srcId="{E1087C69-9504-4E80-9D8C-6934672C4FD6}" destId="{0BBDC0FB-ABBF-4145-AED9-0BFF2B98C36F}" srcOrd="0" destOrd="0" presId="urn:microsoft.com/office/officeart/2018/2/layout/IconCircleList"/>
    <dgm:cxn modelId="{09138C5D-D58B-42C1-96C0-5A9688E18716}" type="presOf" srcId="{BF45C5D7-B201-481B-ADD4-7A79FF4A2572}" destId="{FD56A482-2C27-4F5D-A04F-A1A7C45E161E}" srcOrd="0" destOrd="0" presId="urn:microsoft.com/office/officeart/2018/2/layout/IconCircleList"/>
    <dgm:cxn modelId="{FDA9A863-70A4-478B-8B7F-43EBEC13E366}" type="presOf" srcId="{D7182870-6A29-4897-805B-8967DB0222AD}" destId="{13B5A71B-B2FE-4E95-98FE-C5B72551A9F1}" srcOrd="0" destOrd="0" presId="urn:microsoft.com/office/officeart/2018/2/layout/IconCircleList"/>
    <dgm:cxn modelId="{6D6F9669-DB0A-49B8-B80C-CA27BADDAF2E}" type="presOf" srcId="{2353715A-835B-44E8-BB01-04CDC9356CAB}" destId="{FF1F897A-CCBB-44BD-B10F-EB0507F30F23}" srcOrd="0" destOrd="0" presId="urn:microsoft.com/office/officeart/2018/2/layout/IconCircleList"/>
    <dgm:cxn modelId="{738D3457-E086-4BF6-89CF-FD0EDA72247E}" type="presOf" srcId="{A6E7BB10-8673-4ABC-B61D-67101985B746}" destId="{1EEEF949-16EB-4E36-8A71-41A1809965B9}" srcOrd="0" destOrd="0" presId="urn:microsoft.com/office/officeart/2018/2/layout/IconCircleList"/>
    <dgm:cxn modelId="{A2D38090-99BD-4EE7-82D3-9442391D9E44}" srcId="{BF45C5D7-B201-481B-ADD4-7A79FF4A2572}" destId="{2353715A-835B-44E8-BB01-04CDC9356CAB}" srcOrd="0" destOrd="0" parTransId="{9B08684B-F942-4D65-81E9-345E4787BD43}" sibTransId="{E7E76876-7F5A-4695-8815-548DC76D3F44}"/>
    <dgm:cxn modelId="{1579ECAF-4FB3-4808-BE4D-6DC2578C93B9}" type="presOf" srcId="{BCF397E5-799B-4275-B21A-4D5F32F7D280}" destId="{2D28580B-8958-42CA-8711-BE2966EF9B23}" srcOrd="0" destOrd="0" presId="urn:microsoft.com/office/officeart/2018/2/layout/IconCircleList"/>
    <dgm:cxn modelId="{693764CD-A080-46CB-8E86-52B04B98A025}" srcId="{BF45C5D7-B201-481B-ADD4-7A79FF4A2572}" destId="{BCF397E5-799B-4275-B21A-4D5F32F7D280}" srcOrd="1" destOrd="0" parTransId="{32A040E9-896C-476B-96FE-5E81BDAB7747}" sibTransId="{A6E7BB10-8673-4ABC-B61D-67101985B746}"/>
    <dgm:cxn modelId="{1D2FDBE2-CE09-4406-B2CA-CBB6FE39AA5C}" srcId="{BF45C5D7-B201-481B-ADD4-7A79FF4A2572}" destId="{623B5D0D-D6BE-4AB3-BF9B-6538E1D3F8FC}" srcOrd="3" destOrd="0" parTransId="{93596960-EBA5-4712-BE4F-0AD8635B022D}" sibTransId="{CFED0A7F-1D3B-4646-B13A-71FAF1778FD7}"/>
    <dgm:cxn modelId="{4802FCFC-C8A6-464C-B3CB-83ED07DA2FB4}" srcId="{BF45C5D7-B201-481B-ADD4-7A79FF4A2572}" destId="{D7182870-6A29-4897-805B-8967DB0222AD}" srcOrd="2" destOrd="0" parTransId="{8FAB87A0-C8FE-47ED-9974-0DB33E4CF081}" sibTransId="{E1087C69-9504-4E80-9D8C-6934672C4FD6}"/>
    <dgm:cxn modelId="{6CF7E92B-45FA-4636-AD1B-A7A534BB7789}" type="presParOf" srcId="{FD56A482-2C27-4F5D-A04F-A1A7C45E161E}" destId="{401E7A80-9901-4464-B893-850B297102D0}" srcOrd="0" destOrd="0" presId="urn:microsoft.com/office/officeart/2018/2/layout/IconCircleList"/>
    <dgm:cxn modelId="{EABA2F04-0928-41CF-9CEF-F5AB08F4C77A}" type="presParOf" srcId="{401E7A80-9901-4464-B893-850B297102D0}" destId="{3C415794-548F-4C40-84CF-E5B857B02585}" srcOrd="0" destOrd="0" presId="urn:microsoft.com/office/officeart/2018/2/layout/IconCircleList"/>
    <dgm:cxn modelId="{6C4478B1-B73C-445A-BA03-2032E44ED171}" type="presParOf" srcId="{3C415794-548F-4C40-84CF-E5B857B02585}" destId="{DF39F76E-F0D3-46C2-A154-8906006B376B}" srcOrd="0" destOrd="0" presId="urn:microsoft.com/office/officeart/2018/2/layout/IconCircleList"/>
    <dgm:cxn modelId="{691419CB-6DEC-4DE4-9FDB-22C4E4474BA6}" type="presParOf" srcId="{3C415794-548F-4C40-84CF-E5B857B02585}" destId="{45926B34-D039-4F7C-BC15-11ABA8509DE8}" srcOrd="1" destOrd="0" presId="urn:microsoft.com/office/officeart/2018/2/layout/IconCircleList"/>
    <dgm:cxn modelId="{C6372132-1C47-4139-93DC-ABB09EB801F3}" type="presParOf" srcId="{3C415794-548F-4C40-84CF-E5B857B02585}" destId="{97EE063E-9DBA-46DF-9442-7087E68DE66E}" srcOrd="2" destOrd="0" presId="urn:microsoft.com/office/officeart/2018/2/layout/IconCircleList"/>
    <dgm:cxn modelId="{D05AAFEA-666E-4FC9-BEA9-61308104CF98}" type="presParOf" srcId="{3C415794-548F-4C40-84CF-E5B857B02585}" destId="{FF1F897A-CCBB-44BD-B10F-EB0507F30F23}" srcOrd="3" destOrd="0" presId="urn:microsoft.com/office/officeart/2018/2/layout/IconCircleList"/>
    <dgm:cxn modelId="{3194D345-B49C-41D7-9DB2-842C565E5145}" type="presParOf" srcId="{401E7A80-9901-4464-B893-850B297102D0}" destId="{0AB3B61B-534C-40DD-91FF-FF0119FAC2C7}" srcOrd="1" destOrd="0" presId="urn:microsoft.com/office/officeart/2018/2/layout/IconCircleList"/>
    <dgm:cxn modelId="{81B5BA5D-4CCD-4632-9C7A-7417009DA184}" type="presParOf" srcId="{401E7A80-9901-4464-B893-850B297102D0}" destId="{DD1609B8-E497-4FD7-82E3-AF68C4BAEAF0}" srcOrd="2" destOrd="0" presId="urn:microsoft.com/office/officeart/2018/2/layout/IconCircleList"/>
    <dgm:cxn modelId="{9D05AAAB-A2F4-4A8F-8069-BE82546D713E}" type="presParOf" srcId="{DD1609B8-E497-4FD7-82E3-AF68C4BAEAF0}" destId="{2D8554C9-DBDA-47D4-8311-1CBA9C4E79EC}" srcOrd="0" destOrd="0" presId="urn:microsoft.com/office/officeart/2018/2/layout/IconCircleList"/>
    <dgm:cxn modelId="{7AB3A786-4369-4DAE-B374-0450790FDFA9}" type="presParOf" srcId="{DD1609B8-E497-4FD7-82E3-AF68C4BAEAF0}" destId="{4476CC84-2DD1-406B-927B-3AB41A551C3C}" srcOrd="1" destOrd="0" presId="urn:microsoft.com/office/officeart/2018/2/layout/IconCircleList"/>
    <dgm:cxn modelId="{CED33CD3-4D9C-41E1-837B-30E79BEFF0F7}" type="presParOf" srcId="{DD1609B8-E497-4FD7-82E3-AF68C4BAEAF0}" destId="{AE3F04C3-0E12-4FA2-BC49-DBE18236BCCC}" srcOrd="2" destOrd="0" presId="urn:microsoft.com/office/officeart/2018/2/layout/IconCircleList"/>
    <dgm:cxn modelId="{3C4152E7-8D66-4A0F-A35D-D0048A247D13}" type="presParOf" srcId="{DD1609B8-E497-4FD7-82E3-AF68C4BAEAF0}" destId="{2D28580B-8958-42CA-8711-BE2966EF9B23}" srcOrd="3" destOrd="0" presId="urn:microsoft.com/office/officeart/2018/2/layout/IconCircleList"/>
    <dgm:cxn modelId="{4452B189-CFEC-427C-A074-95CF71CCE21D}" type="presParOf" srcId="{401E7A80-9901-4464-B893-850B297102D0}" destId="{1EEEF949-16EB-4E36-8A71-41A1809965B9}" srcOrd="3" destOrd="0" presId="urn:microsoft.com/office/officeart/2018/2/layout/IconCircleList"/>
    <dgm:cxn modelId="{0812172C-49C6-4590-9DB1-024216191302}" type="presParOf" srcId="{401E7A80-9901-4464-B893-850B297102D0}" destId="{B285A079-3D8C-4C0B-9EE7-600D1B3F2350}" srcOrd="4" destOrd="0" presId="urn:microsoft.com/office/officeart/2018/2/layout/IconCircleList"/>
    <dgm:cxn modelId="{3BA2270D-3080-4E0D-8206-4A57F7094175}" type="presParOf" srcId="{B285A079-3D8C-4C0B-9EE7-600D1B3F2350}" destId="{EE338A1E-0051-48A5-9210-AC3B69190005}" srcOrd="0" destOrd="0" presId="urn:microsoft.com/office/officeart/2018/2/layout/IconCircleList"/>
    <dgm:cxn modelId="{1D7E35E2-EA30-42E3-B617-0B72CFD80ED8}" type="presParOf" srcId="{B285A079-3D8C-4C0B-9EE7-600D1B3F2350}" destId="{E73C20C0-0922-4EC1-A02F-D397CC073CC2}" srcOrd="1" destOrd="0" presId="urn:microsoft.com/office/officeart/2018/2/layout/IconCircleList"/>
    <dgm:cxn modelId="{7DF57297-F96E-45C3-BDEE-EEA548A1CFC2}" type="presParOf" srcId="{B285A079-3D8C-4C0B-9EE7-600D1B3F2350}" destId="{3C6FA277-53CC-44FB-BABB-8FE73DA9B991}" srcOrd="2" destOrd="0" presId="urn:microsoft.com/office/officeart/2018/2/layout/IconCircleList"/>
    <dgm:cxn modelId="{6A8D0481-6088-4B6B-B7AF-73E6B4618EA6}" type="presParOf" srcId="{B285A079-3D8C-4C0B-9EE7-600D1B3F2350}" destId="{13B5A71B-B2FE-4E95-98FE-C5B72551A9F1}" srcOrd="3" destOrd="0" presId="urn:microsoft.com/office/officeart/2018/2/layout/IconCircleList"/>
    <dgm:cxn modelId="{E9590DDB-BAD5-4D9F-8440-F08755FA03BB}" type="presParOf" srcId="{401E7A80-9901-4464-B893-850B297102D0}" destId="{0BBDC0FB-ABBF-4145-AED9-0BFF2B98C36F}" srcOrd="5" destOrd="0" presId="urn:microsoft.com/office/officeart/2018/2/layout/IconCircleList"/>
    <dgm:cxn modelId="{F6F35700-73DF-4421-BB91-76BD3B8A755D}" type="presParOf" srcId="{401E7A80-9901-4464-B893-850B297102D0}" destId="{8F3E7EB1-203A-4847-BADA-CAF8814090AD}" srcOrd="6" destOrd="0" presId="urn:microsoft.com/office/officeart/2018/2/layout/IconCircleList"/>
    <dgm:cxn modelId="{1A3BE0D2-8258-4042-8357-5D6BD8E7FF33}" type="presParOf" srcId="{8F3E7EB1-203A-4847-BADA-CAF8814090AD}" destId="{FA06BFBA-CA9B-4566-8691-84AAA56A7906}" srcOrd="0" destOrd="0" presId="urn:microsoft.com/office/officeart/2018/2/layout/IconCircleList"/>
    <dgm:cxn modelId="{F3894633-DA60-43FE-B4FE-9A040B3BAF27}" type="presParOf" srcId="{8F3E7EB1-203A-4847-BADA-CAF8814090AD}" destId="{F98DFCB1-C51B-4A4B-AF58-47D8D8F25C28}" srcOrd="1" destOrd="0" presId="urn:microsoft.com/office/officeart/2018/2/layout/IconCircleList"/>
    <dgm:cxn modelId="{61D21754-D07D-4CCB-9E92-0C191CE2614D}" type="presParOf" srcId="{8F3E7EB1-203A-4847-BADA-CAF8814090AD}" destId="{BF4F59CE-0698-4AAE-A6CE-0C564E081558}" srcOrd="2" destOrd="0" presId="urn:microsoft.com/office/officeart/2018/2/layout/IconCircleList"/>
    <dgm:cxn modelId="{1B5CCB0D-C7FC-4C23-8E16-B2781F93B6FF}" type="presParOf" srcId="{8F3E7EB1-203A-4847-BADA-CAF8814090AD}" destId="{F15FD4CD-EB70-4FF4-BA49-88023BAD79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EF8CD2-B85F-4932-8461-C072B62AF96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27B3F8-5FEB-4267-BF4A-4E0533B362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Trajectory 1: Geographic Venue Target Encoding -&gt; Categorize stadium coordinates to account for physical constraints like altitude and boundary lengths.</a:t>
          </a:r>
        </a:p>
      </dgm:t>
    </dgm:pt>
    <dgm:pt modelId="{9FE267BD-AA12-4666-81EB-413959F132E1}" type="parTrans" cxnId="{AC33B613-0922-4F50-AD26-AA345C766C38}">
      <dgm:prSet/>
      <dgm:spPr/>
      <dgm:t>
        <a:bodyPr/>
        <a:lstStyle/>
        <a:p>
          <a:endParaRPr lang="en-IN"/>
        </a:p>
      </dgm:t>
    </dgm:pt>
    <dgm:pt modelId="{30E021BD-BA0D-4207-B9B5-B082C72F1E0B}" type="sibTrans" cxnId="{AC33B613-0922-4F50-AD26-AA345C766C38}">
      <dgm:prSet/>
      <dgm:spPr/>
      <dgm:t>
        <a:bodyPr/>
        <a:lstStyle/>
        <a:p>
          <a:endParaRPr lang="en-IN"/>
        </a:p>
      </dgm:t>
    </dgm:pt>
    <dgm:pt modelId="{6BED5658-2313-49B2-9AD1-B0B6D05C64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Trajectory 2: Multi-Layer Hyperparameter Optimization -&gt; Run automated RandomizedSearchCV tuning loops over our top Random Forest architecture to optimize tree depths.</a:t>
          </a:r>
        </a:p>
      </dgm:t>
    </dgm:pt>
    <dgm:pt modelId="{375A724D-1408-496F-9751-2D6479D3E5B3}" type="parTrans" cxnId="{5F7B8F7C-A14D-404F-9EF5-8DF3ECD23CD3}">
      <dgm:prSet/>
      <dgm:spPr/>
      <dgm:t>
        <a:bodyPr/>
        <a:lstStyle/>
        <a:p>
          <a:endParaRPr lang="en-IN"/>
        </a:p>
      </dgm:t>
    </dgm:pt>
    <dgm:pt modelId="{D36851AD-3D53-45A1-ADEC-8D1F94B14FDA}" type="sibTrans" cxnId="{5F7B8F7C-A14D-404F-9EF5-8DF3ECD23CD3}">
      <dgm:prSet/>
      <dgm:spPr/>
      <dgm:t>
        <a:bodyPr/>
        <a:lstStyle/>
        <a:p>
          <a:endParaRPr lang="en-IN"/>
        </a:p>
      </dgm:t>
    </dgm:pt>
    <dgm:pt modelId="{B32EB470-3328-4534-BE18-D5C21E4C76F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/>
            <a:t>Trajectory 3: Feature Interaction Expansion -&gt; Combine humidity records and precipitation depth to build a composite pitch moisture proxy for deep pitch-wear insight.</a:t>
          </a:r>
        </a:p>
      </dgm:t>
    </dgm:pt>
    <dgm:pt modelId="{BA31ADCF-7008-4C06-8D29-C85D16DAA9E4}" type="parTrans" cxnId="{72EADFC3-6AF4-4C35-AA74-6C99590BD3E7}">
      <dgm:prSet/>
      <dgm:spPr/>
      <dgm:t>
        <a:bodyPr/>
        <a:lstStyle/>
        <a:p>
          <a:endParaRPr lang="en-IN"/>
        </a:p>
      </dgm:t>
    </dgm:pt>
    <dgm:pt modelId="{35B81D9E-02C3-4FA0-B770-563C8E3D4AB2}" type="sibTrans" cxnId="{72EADFC3-6AF4-4C35-AA74-6C99590BD3E7}">
      <dgm:prSet/>
      <dgm:spPr/>
      <dgm:t>
        <a:bodyPr/>
        <a:lstStyle/>
        <a:p>
          <a:endParaRPr lang="en-IN"/>
        </a:p>
      </dgm:t>
    </dgm:pt>
    <dgm:pt modelId="{5E360E51-8564-4637-8E99-33941A2322B8}" type="pres">
      <dgm:prSet presAssocID="{04EF8CD2-B85F-4932-8461-C072B62AF96D}" presName="root" presStyleCnt="0">
        <dgm:presLayoutVars>
          <dgm:dir/>
          <dgm:resizeHandles val="exact"/>
        </dgm:presLayoutVars>
      </dgm:prSet>
      <dgm:spPr/>
    </dgm:pt>
    <dgm:pt modelId="{DF7D535C-F110-42F7-8982-717E64680FFF}" type="pres">
      <dgm:prSet presAssocID="{4327B3F8-5FEB-4267-BF4A-4E0533B36219}" presName="compNode" presStyleCnt="0"/>
      <dgm:spPr/>
    </dgm:pt>
    <dgm:pt modelId="{566A52AF-FA2A-4B55-84F6-BC484F207950}" type="pres">
      <dgm:prSet presAssocID="{4327B3F8-5FEB-4267-BF4A-4E0533B36219}" presName="iconBgRect" presStyleLbl="bgShp" presStyleIdx="0" presStyleCnt="3"/>
      <dgm:spPr/>
    </dgm:pt>
    <dgm:pt modelId="{AE0929A1-A00B-457D-B644-DF23F238DBAC}" type="pres">
      <dgm:prSet presAssocID="{4327B3F8-5FEB-4267-BF4A-4E0533B3621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5D17AE0E-A62D-46B9-991D-ABA310B2BC57}" type="pres">
      <dgm:prSet presAssocID="{4327B3F8-5FEB-4267-BF4A-4E0533B36219}" presName="spaceRect" presStyleCnt="0"/>
      <dgm:spPr/>
    </dgm:pt>
    <dgm:pt modelId="{A5D1FC1D-66B2-4EA6-9F52-D454012DEA83}" type="pres">
      <dgm:prSet presAssocID="{4327B3F8-5FEB-4267-BF4A-4E0533B36219}" presName="textRect" presStyleLbl="revTx" presStyleIdx="0" presStyleCnt="3">
        <dgm:presLayoutVars>
          <dgm:chMax val="1"/>
          <dgm:chPref val="1"/>
        </dgm:presLayoutVars>
      </dgm:prSet>
      <dgm:spPr/>
    </dgm:pt>
    <dgm:pt modelId="{623DF2CD-A617-4B50-A621-5E8ADA58C38D}" type="pres">
      <dgm:prSet presAssocID="{30E021BD-BA0D-4207-B9B5-B082C72F1E0B}" presName="sibTrans" presStyleCnt="0"/>
      <dgm:spPr/>
    </dgm:pt>
    <dgm:pt modelId="{334AEE48-BE0B-41A4-ABD1-EB0FDCC6689E}" type="pres">
      <dgm:prSet presAssocID="{6BED5658-2313-49B2-9AD1-B0B6D05C6424}" presName="compNode" presStyleCnt="0"/>
      <dgm:spPr/>
    </dgm:pt>
    <dgm:pt modelId="{86C09A44-3A4F-4E1D-84E8-4687DDFA6ACA}" type="pres">
      <dgm:prSet presAssocID="{6BED5658-2313-49B2-9AD1-B0B6D05C6424}" presName="iconBgRect" presStyleLbl="bgShp" presStyleIdx="1" presStyleCnt="3"/>
      <dgm:spPr/>
    </dgm:pt>
    <dgm:pt modelId="{ECD318D7-9507-4B60-980E-F0BEB533E901}" type="pres">
      <dgm:prSet presAssocID="{6BED5658-2313-49B2-9AD1-B0B6D05C642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94F1269-7B0A-482E-AEE8-D1347CC5E42B}" type="pres">
      <dgm:prSet presAssocID="{6BED5658-2313-49B2-9AD1-B0B6D05C6424}" presName="spaceRect" presStyleCnt="0"/>
      <dgm:spPr/>
    </dgm:pt>
    <dgm:pt modelId="{B4362627-E517-45EE-A4BF-9686298B40FE}" type="pres">
      <dgm:prSet presAssocID="{6BED5658-2313-49B2-9AD1-B0B6D05C6424}" presName="textRect" presStyleLbl="revTx" presStyleIdx="1" presStyleCnt="3">
        <dgm:presLayoutVars>
          <dgm:chMax val="1"/>
          <dgm:chPref val="1"/>
        </dgm:presLayoutVars>
      </dgm:prSet>
      <dgm:spPr/>
    </dgm:pt>
    <dgm:pt modelId="{5D060270-5270-4425-9BE0-F2B0D3CB57D3}" type="pres">
      <dgm:prSet presAssocID="{D36851AD-3D53-45A1-ADEC-8D1F94B14FDA}" presName="sibTrans" presStyleCnt="0"/>
      <dgm:spPr/>
    </dgm:pt>
    <dgm:pt modelId="{229BAE9D-B476-4236-A65D-4E2504FF765D}" type="pres">
      <dgm:prSet presAssocID="{B32EB470-3328-4534-BE18-D5C21E4C76FE}" presName="compNode" presStyleCnt="0"/>
      <dgm:spPr/>
    </dgm:pt>
    <dgm:pt modelId="{D03492BD-8C0B-460B-A6B6-A57FDD0999C1}" type="pres">
      <dgm:prSet presAssocID="{B32EB470-3328-4534-BE18-D5C21E4C76FE}" presName="iconBgRect" presStyleLbl="bgShp" presStyleIdx="2" presStyleCnt="3"/>
      <dgm:spPr/>
    </dgm:pt>
    <dgm:pt modelId="{7D5C0535-115E-4F88-97CF-24872F3DE8F7}" type="pres">
      <dgm:prSet presAssocID="{B32EB470-3328-4534-BE18-D5C21E4C76F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ECA038B8-07FA-4862-A600-41DF16530D05}" type="pres">
      <dgm:prSet presAssocID="{B32EB470-3328-4534-BE18-D5C21E4C76FE}" presName="spaceRect" presStyleCnt="0"/>
      <dgm:spPr/>
    </dgm:pt>
    <dgm:pt modelId="{16261445-8C86-4796-897E-297CCC2D200A}" type="pres">
      <dgm:prSet presAssocID="{B32EB470-3328-4534-BE18-D5C21E4C76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F3EE11-17F5-4925-9030-3791AC8A6D81}" type="presOf" srcId="{4327B3F8-5FEB-4267-BF4A-4E0533B36219}" destId="{A5D1FC1D-66B2-4EA6-9F52-D454012DEA83}" srcOrd="0" destOrd="0" presId="urn:microsoft.com/office/officeart/2018/5/layout/IconCircleLabelList"/>
    <dgm:cxn modelId="{AC33B613-0922-4F50-AD26-AA345C766C38}" srcId="{04EF8CD2-B85F-4932-8461-C072B62AF96D}" destId="{4327B3F8-5FEB-4267-BF4A-4E0533B36219}" srcOrd="0" destOrd="0" parTransId="{9FE267BD-AA12-4666-81EB-413959F132E1}" sibTransId="{30E021BD-BA0D-4207-B9B5-B082C72F1E0B}"/>
    <dgm:cxn modelId="{8CF43C2E-297D-4052-BECF-8A9EDFEC2CE0}" type="presOf" srcId="{6BED5658-2313-49B2-9AD1-B0B6D05C6424}" destId="{B4362627-E517-45EE-A4BF-9686298B40FE}" srcOrd="0" destOrd="0" presId="urn:microsoft.com/office/officeart/2018/5/layout/IconCircleLabelList"/>
    <dgm:cxn modelId="{0630DD4F-02C4-46AE-898C-CE69D952C9B4}" type="presOf" srcId="{B32EB470-3328-4534-BE18-D5C21E4C76FE}" destId="{16261445-8C86-4796-897E-297CCC2D200A}" srcOrd="0" destOrd="0" presId="urn:microsoft.com/office/officeart/2018/5/layout/IconCircleLabelList"/>
    <dgm:cxn modelId="{5F7B8F7C-A14D-404F-9EF5-8DF3ECD23CD3}" srcId="{04EF8CD2-B85F-4932-8461-C072B62AF96D}" destId="{6BED5658-2313-49B2-9AD1-B0B6D05C6424}" srcOrd="1" destOrd="0" parTransId="{375A724D-1408-496F-9751-2D6479D3E5B3}" sibTransId="{D36851AD-3D53-45A1-ADEC-8D1F94B14FDA}"/>
    <dgm:cxn modelId="{72EADFC3-6AF4-4C35-AA74-6C99590BD3E7}" srcId="{04EF8CD2-B85F-4932-8461-C072B62AF96D}" destId="{B32EB470-3328-4534-BE18-D5C21E4C76FE}" srcOrd="2" destOrd="0" parTransId="{BA31ADCF-7008-4C06-8D29-C85D16DAA9E4}" sibTransId="{35B81D9E-02C3-4FA0-B770-563C8E3D4AB2}"/>
    <dgm:cxn modelId="{D22ECFE4-753F-4078-B812-2C8E6248B360}" type="presOf" srcId="{04EF8CD2-B85F-4932-8461-C072B62AF96D}" destId="{5E360E51-8564-4637-8E99-33941A2322B8}" srcOrd="0" destOrd="0" presId="urn:microsoft.com/office/officeart/2018/5/layout/IconCircleLabelList"/>
    <dgm:cxn modelId="{F123C3E1-E0F4-42E6-89EC-AD368F719A95}" type="presParOf" srcId="{5E360E51-8564-4637-8E99-33941A2322B8}" destId="{DF7D535C-F110-42F7-8982-717E64680FFF}" srcOrd="0" destOrd="0" presId="urn:microsoft.com/office/officeart/2018/5/layout/IconCircleLabelList"/>
    <dgm:cxn modelId="{048FF03B-2653-4076-8108-A4B9A843B902}" type="presParOf" srcId="{DF7D535C-F110-42F7-8982-717E64680FFF}" destId="{566A52AF-FA2A-4B55-84F6-BC484F207950}" srcOrd="0" destOrd="0" presId="urn:microsoft.com/office/officeart/2018/5/layout/IconCircleLabelList"/>
    <dgm:cxn modelId="{5469668A-2148-4B1E-B371-F2853C8C7CE9}" type="presParOf" srcId="{DF7D535C-F110-42F7-8982-717E64680FFF}" destId="{AE0929A1-A00B-457D-B644-DF23F238DBAC}" srcOrd="1" destOrd="0" presId="urn:microsoft.com/office/officeart/2018/5/layout/IconCircleLabelList"/>
    <dgm:cxn modelId="{A1055BDB-FD30-4222-86D2-5A07E5022A08}" type="presParOf" srcId="{DF7D535C-F110-42F7-8982-717E64680FFF}" destId="{5D17AE0E-A62D-46B9-991D-ABA310B2BC57}" srcOrd="2" destOrd="0" presId="urn:microsoft.com/office/officeart/2018/5/layout/IconCircleLabelList"/>
    <dgm:cxn modelId="{8D41BC9A-F76B-4BDB-83EF-F381A585DED7}" type="presParOf" srcId="{DF7D535C-F110-42F7-8982-717E64680FFF}" destId="{A5D1FC1D-66B2-4EA6-9F52-D454012DEA83}" srcOrd="3" destOrd="0" presId="urn:microsoft.com/office/officeart/2018/5/layout/IconCircleLabelList"/>
    <dgm:cxn modelId="{33797C2D-36D6-414C-9BC8-EF319006FC8C}" type="presParOf" srcId="{5E360E51-8564-4637-8E99-33941A2322B8}" destId="{623DF2CD-A617-4B50-A621-5E8ADA58C38D}" srcOrd="1" destOrd="0" presId="urn:microsoft.com/office/officeart/2018/5/layout/IconCircleLabelList"/>
    <dgm:cxn modelId="{B0458D6D-8359-44B0-B349-19EB1C64E848}" type="presParOf" srcId="{5E360E51-8564-4637-8E99-33941A2322B8}" destId="{334AEE48-BE0B-41A4-ABD1-EB0FDCC6689E}" srcOrd="2" destOrd="0" presId="urn:microsoft.com/office/officeart/2018/5/layout/IconCircleLabelList"/>
    <dgm:cxn modelId="{6B81FD46-C707-46D3-89DD-600D7B90AA60}" type="presParOf" srcId="{334AEE48-BE0B-41A4-ABD1-EB0FDCC6689E}" destId="{86C09A44-3A4F-4E1D-84E8-4687DDFA6ACA}" srcOrd="0" destOrd="0" presId="urn:microsoft.com/office/officeart/2018/5/layout/IconCircleLabelList"/>
    <dgm:cxn modelId="{3CB8EAE5-C1D1-46D7-9938-71DBA07CE701}" type="presParOf" srcId="{334AEE48-BE0B-41A4-ABD1-EB0FDCC6689E}" destId="{ECD318D7-9507-4B60-980E-F0BEB533E901}" srcOrd="1" destOrd="0" presId="urn:microsoft.com/office/officeart/2018/5/layout/IconCircleLabelList"/>
    <dgm:cxn modelId="{7A8173C0-DB4D-4524-9430-B0C738A00547}" type="presParOf" srcId="{334AEE48-BE0B-41A4-ABD1-EB0FDCC6689E}" destId="{F94F1269-7B0A-482E-AEE8-D1347CC5E42B}" srcOrd="2" destOrd="0" presId="urn:microsoft.com/office/officeart/2018/5/layout/IconCircleLabelList"/>
    <dgm:cxn modelId="{60A5B232-A3FF-4E46-9587-1FCA41718BE5}" type="presParOf" srcId="{334AEE48-BE0B-41A4-ABD1-EB0FDCC6689E}" destId="{B4362627-E517-45EE-A4BF-9686298B40FE}" srcOrd="3" destOrd="0" presId="urn:microsoft.com/office/officeart/2018/5/layout/IconCircleLabelList"/>
    <dgm:cxn modelId="{7677475A-2A29-4EE3-BBEF-0FBDC72DE4E3}" type="presParOf" srcId="{5E360E51-8564-4637-8E99-33941A2322B8}" destId="{5D060270-5270-4425-9BE0-F2B0D3CB57D3}" srcOrd="3" destOrd="0" presId="urn:microsoft.com/office/officeart/2018/5/layout/IconCircleLabelList"/>
    <dgm:cxn modelId="{618EE01B-5372-4BAA-B1AF-9948B65297D2}" type="presParOf" srcId="{5E360E51-8564-4637-8E99-33941A2322B8}" destId="{229BAE9D-B476-4236-A65D-4E2504FF765D}" srcOrd="4" destOrd="0" presId="urn:microsoft.com/office/officeart/2018/5/layout/IconCircleLabelList"/>
    <dgm:cxn modelId="{803391B6-9E1E-4069-8FB6-ACC4259C56E1}" type="presParOf" srcId="{229BAE9D-B476-4236-A65D-4E2504FF765D}" destId="{D03492BD-8C0B-460B-A6B6-A57FDD0999C1}" srcOrd="0" destOrd="0" presId="urn:microsoft.com/office/officeart/2018/5/layout/IconCircleLabelList"/>
    <dgm:cxn modelId="{2F5F7D3C-B025-4500-9B4C-C7ECCF21AB3E}" type="presParOf" srcId="{229BAE9D-B476-4236-A65D-4E2504FF765D}" destId="{7D5C0535-115E-4F88-97CF-24872F3DE8F7}" srcOrd="1" destOrd="0" presId="urn:microsoft.com/office/officeart/2018/5/layout/IconCircleLabelList"/>
    <dgm:cxn modelId="{C32E2AA1-BDA3-4287-B501-8223EE32B83D}" type="presParOf" srcId="{229BAE9D-B476-4236-A65D-4E2504FF765D}" destId="{ECA038B8-07FA-4862-A600-41DF16530D05}" srcOrd="2" destOrd="0" presId="urn:microsoft.com/office/officeart/2018/5/layout/IconCircleLabelList"/>
    <dgm:cxn modelId="{C9208DF5-8660-47E7-A04E-214CC647C98E}" type="presParOf" srcId="{229BAE9D-B476-4236-A65D-4E2504FF765D}" destId="{16261445-8C86-4796-897E-297CCC2D20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21890D-A13E-4FF6-BB79-188468BE8DEE}">
      <dsp:nvSpPr>
        <dsp:cNvPr id="0" name=""/>
        <dsp:cNvSpPr/>
      </dsp:nvSpPr>
      <dsp:spPr>
        <a:xfrm>
          <a:off x="258841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3B31BB2-B2E6-4161-85F2-12341DE432A2}">
      <dsp:nvSpPr>
        <dsp:cNvPr id="0" name=""/>
        <dsp:cNvSpPr/>
      </dsp:nvSpPr>
      <dsp:spPr>
        <a:xfrm>
          <a:off x="544423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3A569D-E2A0-486F-9D70-1810B2161E6C}">
      <dsp:nvSpPr>
        <dsp:cNvPr id="0" name=""/>
        <dsp:cNvSpPr/>
      </dsp:nvSpPr>
      <dsp:spPr>
        <a:xfrm>
          <a:off x="1910170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The Prediction Target: </a:t>
          </a:r>
          <a:r>
            <a:rPr lang="en-IN" sz="1400" kern="1200" dirty="0" err="1"/>
            <a:t>team_total_score</a:t>
          </a:r>
          <a:r>
            <a:rPr lang="en-IN" sz="1400" kern="1200" dirty="0"/>
            <a:t> (Continuous target regression variable tracking absolute runs scored in an individual innings).</a:t>
          </a:r>
        </a:p>
      </dsp:txBody>
      <dsp:txXfrm>
        <a:off x="1910170" y="461566"/>
        <a:ext cx="3205521" cy="1359918"/>
      </dsp:txXfrm>
    </dsp:sp>
    <dsp:sp modelId="{E149993C-BDC5-436D-9E23-CD3AC345860C}">
      <dsp:nvSpPr>
        <dsp:cNvPr id="0" name=""/>
        <dsp:cNvSpPr/>
      </dsp:nvSpPr>
      <dsp:spPr>
        <a:xfrm>
          <a:off x="5674228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C063CC-D25E-455B-97A6-CCD1B4DC5D1B}">
      <dsp:nvSpPr>
        <dsp:cNvPr id="0" name=""/>
        <dsp:cNvSpPr/>
      </dsp:nvSpPr>
      <dsp:spPr>
        <a:xfrm>
          <a:off x="5959811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61F753E-7BEF-47F7-BB73-F163895D594E}">
      <dsp:nvSpPr>
        <dsp:cNvPr id="0" name=""/>
        <dsp:cNvSpPr/>
      </dsp:nvSpPr>
      <dsp:spPr>
        <a:xfrm>
          <a:off x="7325557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Machine Learning Paradigm: </a:t>
          </a:r>
          <a:r>
            <a:rPr lang="en-IN" sz="1400" kern="1200"/>
            <a:t>Supervised Numerical Regression.</a:t>
          </a:r>
        </a:p>
      </dsp:txBody>
      <dsp:txXfrm>
        <a:off x="7325557" y="461566"/>
        <a:ext cx="3205521" cy="1359918"/>
      </dsp:txXfrm>
    </dsp:sp>
    <dsp:sp modelId="{037D63A0-5819-4D7E-9142-3DE335DE2A5D}">
      <dsp:nvSpPr>
        <dsp:cNvPr id="0" name=""/>
        <dsp:cNvSpPr/>
      </dsp:nvSpPr>
      <dsp:spPr>
        <a:xfrm>
          <a:off x="258841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3483CD-A943-4BCC-B7BD-F7082EA5F71F}">
      <dsp:nvSpPr>
        <dsp:cNvPr id="0" name=""/>
        <dsp:cNvSpPr/>
      </dsp:nvSpPr>
      <dsp:spPr>
        <a:xfrm>
          <a:off x="544423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1DB086-6DE3-4C78-957D-E1E598F4827B}">
      <dsp:nvSpPr>
        <dsp:cNvPr id="0" name=""/>
        <dsp:cNvSpPr/>
      </dsp:nvSpPr>
      <dsp:spPr>
        <a:xfrm>
          <a:off x="1910170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The Core Problem Constraint: </a:t>
          </a:r>
          <a:r>
            <a:rPr lang="en-IN" sz="1400" kern="1200"/>
            <a:t>Standard sports analytics over-indexes on historical player averages while ignoring real-time planetary parameters.</a:t>
          </a:r>
        </a:p>
      </dsp:txBody>
      <dsp:txXfrm>
        <a:off x="1910170" y="2567635"/>
        <a:ext cx="3205521" cy="1359918"/>
      </dsp:txXfrm>
    </dsp:sp>
    <dsp:sp modelId="{519D7720-5A29-431A-83F4-389D712D0A40}">
      <dsp:nvSpPr>
        <dsp:cNvPr id="0" name=""/>
        <dsp:cNvSpPr/>
      </dsp:nvSpPr>
      <dsp:spPr>
        <a:xfrm>
          <a:off x="5674228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23A08C-4076-4D25-A14D-2036F82BBB80}">
      <dsp:nvSpPr>
        <dsp:cNvPr id="0" name=""/>
        <dsp:cNvSpPr/>
      </dsp:nvSpPr>
      <dsp:spPr>
        <a:xfrm>
          <a:off x="5959811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2769437-59F5-496D-950D-190D60FE148B}">
      <dsp:nvSpPr>
        <dsp:cNvPr id="0" name=""/>
        <dsp:cNvSpPr/>
      </dsp:nvSpPr>
      <dsp:spPr>
        <a:xfrm>
          <a:off x="7325557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Strategic Format Justification:</a:t>
          </a:r>
          <a:r>
            <a:rPr lang="en-IN" sz="1400" kern="1200"/>
            <a:t> Prioritized the ODI format to reduce the high scoring volatility and extreme randomness inherent to short-form T20 data, establishing a more balanced scoring baseline for tree-based estimators to isolate true climate modifiers.</a:t>
          </a:r>
        </a:p>
      </dsp:txBody>
      <dsp:txXfrm>
        <a:off x="7325557" y="2567635"/>
        <a:ext cx="3205521" cy="13599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1D09E-DF31-47E5-B854-9A461CEBEA13}">
      <dsp:nvSpPr>
        <dsp:cNvPr id="0" name=""/>
        <dsp:cNvSpPr/>
      </dsp:nvSpPr>
      <dsp:spPr>
        <a:xfrm>
          <a:off x="0" y="95379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Dataset Matrix Scale: </a:t>
          </a:r>
          <a:r>
            <a:rPr lang="en-IN" sz="1500" kern="1200" dirty="0"/>
            <a:t>1,148 unique chronological rows spanning major multi-format fixtures from 2022 to 2026.</a:t>
          </a:r>
        </a:p>
      </dsp:txBody>
      <dsp:txXfrm>
        <a:off x="29088" y="124467"/>
        <a:ext cx="10731744" cy="537701"/>
      </dsp:txXfrm>
    </dsp:sp>
    <dsp:sp modelId="{2B8AA479-7DD2-4F5A-A779-5530F7C2EE39}">
      <dsp:nvSpPr>
        <dsp:cNvPr id="0" name=""/>
        <dsp:cNvSpPr/>
      </dsp:nvSpPr>
      <dsp:spPr>
        <a:xfrm>
          <a:off x="0" y="734457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Row Metric Definition:</a:t>
          </a:r>
          <a:r>
            <a:rPr lang="en-IN" sz="1500" kern="1200" dirty="0"/>
            <a:t> One row maps a single team's full performance profile within a specific innings on a confirmed calendar date.</a:t>
          </a:r>
        </a:p>
      </dsp:txBody>
      <dsp:txXfrm>
        <a:off x="29088" y="763545"/>
        <a:ext cx="10731744" cy="537701"/>
      </dsp:txXfrm>
    </dsp:sp>
    <dsp:sp modelId="{C09FA96B-F331-448C-8AE3-A58CDF67802C}">
      <dsp:nvSpPr>
        <dsp:cNvPr id="0" name=""/>
        <dsp:cNvSpPr/>
      </dsp:nvSpPr>
      <dsp:spPr>
        <a:xfrm>
          <a:off x="0" y="1373534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Data Engineering Challenges: </a:t>
          </a:r>
          <a:r>
            <a:rPr lang="en-IN" sz="1500" kern="1200" dirty="0"/>
            <a:t>Weather nodes do not interpret text labels like 'Lord's'. Built a geocoding wrapper mapping venues to GPS coordinates to extract 3 PM and 8 PM climate slices.</a:t>
          </a:r>
        </a:p>
      </dsp:txBody>
      <dsp:txXfrm>
        <a:off x="29088" y="1402622"/>
        <a:ext cx="10731744" cy="537701"/>
      </dsp:txXfrm>
    </dsp:sp>
    <dsp:sp modelId="{CF5EF978-67FA-4855-84DB-D147F3E5634B}">
      <dsp:nvSpPr>
        <dsp:cNvPr id="0" name=""/>
        <dsp:cNvSpPr/>
      </dsp:nvSpPr>
      <dsp:spPr>
        <a:xfrm>
          <a:off x="0" y="2012611"/>
          <a:ext cx="10789920" cy="5958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Multi-Source Data Integration:</a:t>
          </a:r>
          <a:r>
            <a:rPr lang="en-IN" sz="1500" kern="1200" dirty="0"/>
            <a:t> We built a Python program that used stadium coordinates to match </a:t>
          </a:r>
          <a:r>
            <a:rPr lang="en-IN" sz="1500" kern="1200" dirty="0" err="1"/>
            <a:t>match</a:t>
          </a:r>
          <a:r>
            <a:rPr lang="en-IN" sz="1500" kern="1200" dirty="0"/>
            <a:t> dates from </a:t>
          </a:r>
          <a:r>
            <a:rPr lang="en-IN" sz="1500" kern="1200" dirty="0" err="1"/>
            <a:t>Cricsheet</a:t>
          </a:r>
          <a:r>
            <a:rPr lang="en-IN" sz="1500" kern="1200" dirty="0"/>
            <a:t> with the exact hourly weather conditions (3:00 PM for day games and 8:00 PM for night games) from the Open-</a:t>
          </a:r>
          <a:r>
            <a:rPr lang="en-IN" sz="1500" kern="1200" dirty="0" err="1"/>
            <a:t>Meteo</a:t>
          </a:r>
          <a:r>
            <a:rPr lang="en-IN" sz="1500" kern="1200" dirty="0"/>
            <a:t> weather database.</a:t>
          </a:r>
        </a:p>
      </dsp:txBody>
      <dsp:txXfrm>
        <a:off x="29088" y="2041699"/>
        <a:ext cx="10731744" cy="5377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05162-B22C-46F9-8252-BEEB96270B03}">
      <dsp:nvSpPr>
        <dsp:cNvPr id="0" name=""/>
        <dsp:cNvSpPr/>
      </dsp:nvSpPr>
      <dsp:spPr>
        <a:xfrm>
          <a:off x="4604" y="0"/>
          <a:ext cx="4784339" cy="1550351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51D4F6B-8244-4CEF-847B-BB63C755016F}">
      <dsp:nvSpPr>
        <dsp:cNvPr id="0" name=""/>
        <dsp:cNvSpPr/>
      </dsp:nvSpPr>
      <dsp:spPr>
        <a:xfrm>
          <a:off x="1280428" y="387587"/>
          <a:ext cx="4040108" cy="15503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Primary Source: </a:t>
          </a:r>
          <a:r>
            <a:rPr lang="en-IN" sz="2000" kern="1200" dirty="0"/>
            <a:t>Cricsheet.org -&gt; Granular ball-by-ball performance logs extracted directly from raw hierarchical JSON data blocks.</a:t>
          </a:r>
        </a:p>
      </dsp:txBody>
      <dsp:txXfrm>
        <a:off x="1325836" y="432995"/>
        <a:ext cx="3949292" cy="1459535"/>
      </dsp:txXfrm>
    </dsp:sp>
    <dsp:sp modelId="{1C751DF3-B998-4ABA-9257-080985861BE5}">
      <dsp:nvSpPr>
        <dsp:cNvPr id="0" name=""/>
        <dsp:cNvSpPr/>
      </dsp:nvSpPr>
      <dsp:spPr>
        <a:xfrm>
          <a:off x="5469383" y="0"/>
          <a:ext cx="4784339" cy="1550351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B125E1-5F69-4F1C-A633-D2E1D2128AF6}">
      <dsp:nvSpPr>
        <dsp:cNvPr id="0" name=""/>
        <dsp:cNvSpPr/>
      </dsp:nvSpPr>
      <dsp:spPr>
        <a:xfrm>
          <a:off x="6745206" y="387587"/>
          <a:ext cx="4040108" cy="15503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Secondary Source: </a:t>
          </a:r>
          <a:r>
            <a:rPr lang="en-IN" sz="2000" kern="1200" dirty="0"/>
            <a:t>Open-</a:t>
          </a:r>
          <a:r>
            <a:rPr lang="en-IN" sz="2000" kern="1200" dirty="0" err="1"/>
            <a:t>Meteo</a:t>
          </a:r>
          <a:r>
            <a:rPr lang="en-IN" sz="2000" kern="1200" dirty="0"/>
            <a:t> Historical Archive API -&gt; Free, keyless chronological microclimate environment data grids.</a:t>
          </a:r>
        </a:p>
      </dsp:txBody>
      <dsp:txXfrm>
        <a:off x="6790614" y="432995"/>
        <a:ext cx="3949292" cy="14595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51925-AF5B-4BFE-880A-05FD27C8B934}">
      <dsp:nvSpPr>
        <dsp:cNvPr id="0" name=""/>
        <dsp:cNvSpPr/>
      </dsp:nvSpPr>
      <dsp:spPr>
        <a:xfrm>
          <a:off x="0" y="608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FE2864-C9B1-48C2-BCF7-A6D3055192A4}">
      <dsp:nvSpPr>
        <dsp:cNvPr id="0" name=""/>
        <dsp:cNvSpPr/>
      </dsp:nvSpPr>
      <dsp:spPr>
        <a:xfrm>
          <a:off x="0" y="608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Weather Non-Linearity:</a:t>
          </a:r>
          <a:r>
            <a:rPr lang="en-IN" sz="1600" kern="1200" dirty="0"/>
            <a:t> Temperature variants modify scoring rate parameters non-linearly rather than following a basic straight-line relationship.</a:t>
          </a:r>
        </a:p>
      </dsp:txBody>
      <dsp:txXfrm>
        <a:off x="0" y="608"/>
        <a:ext cx="4713994" cy="995961"/>
      </dsp:txXfrm>
    </dsp:sp>
    <dsp:sp modelId="{EEA10D3A-1C7B-4D3C-87A0-4ADBF738602E}">
      <dsp:nvSpPr>
        <dsp:cNvPr id="0" name=""/>
        <dsp:cNvSpPr/>
      </dsp:nvSpPr>
      <dsp:spPr>
        <a:xfrm>
          <a:off x="0" y="996569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ECE61D0-59DB-4469-9426-F093F29D017A}">
      <dsp:nvSpPr>
        <dsp:cNvPr id="0" name=""/>
        <dsp:cNvSpPr/>
      </dsp:nvSpPr>
      <dsp:spPr>
        <a:xfrm>
          <a:off x="0" y="996569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Atmospheric Shifts: </a:t>
          </a:r>
          <a:r>
            <a:rPr lang="en-IN" sz="1600" kern="1200" dirty="0"/>
            <a:t>Relative air humidity percentage spikes significantly during second-innings evening windows compared to afternoon frames.</a:t>
          </a:r>
        </a:p>
      </dsp:txBody>
      <dsp:txXfrm>
        <a:off x="0" y="996569"/>
        <a:ext cx="4713994" cy="995961"/>
      </dsp:txXfrm>
    </dsp:sp>
    <dsp:sp modelId="{68AAD225-D1EC-40E2-94C8-5675DA21ACE0}">
      <dsp:nvSpPr>
        <dsp:cNvPr id="0" name=""/>
        <dsp:cNvSpPr/>
      </dsp:nvSpPr>
      <dsp:spPr>
        <a:xfrm>
          <a:off x="0" y="1992530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21D4CC3-8496-429F-BA0E-31FEE934F26D}">
      <dsp:nvSpPr>
        <dsp:cNvPr id="0" name=""/>
        <dsp:cNvSpPr/>
      </dsp:nvSpPr>
      <dsp:spPr>
        <a:xfrm>
          <a:off x="0" y="1992530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Feature Correlation: </a:t>
          </a:r>
          <a:r>
            <a:rPr lang="en-IN" sz="1600" kern="1200" dirty="0"/>
            <a:t>Volumetric analysis shows that '</a:t>
          </a:r>
          <a:r>
            <a:rPr lang="en-IN" sz="1600" kern="1200" dirty="0" err="1"/>
            <a:t>overs_played</a:t>
          </a:r>
          <a:r>
            <a:rPr lang="en-IN" sz="1600" kern="1200" dirty="0"/>
            <a:t>' holds the single highest direct correlation with final team totals.</a:t>
          </a:r>
        </a:p>
      </dsp:txBody>
      <dsp:txXfrm>
        <a:off x="0" y="1992530"/>
        <a:ext cx="4713994" cy="995961"/>
      </dsp:txXfrm>
    </dsp:sp>
    <dsp:sp modelId="{DB101FA4-B7BA-46AE-9167-C40F8E1D3674}">
      <dsp:nvSpPr>
        <dsp:cNvPr id="0" name=""/>
        <dsp:cNvSpPr/>
      </dsp:nvSpPr>
      <dsp:spPr>
        <a:xfrm>
          <a:off x="0" y="2988491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DABC47D-C9EB-4E1D-8CDB-2A02D50A2674}">
      <dsp:nvSpPr>
        <dsp:cNvPr id="0" name=""/>
        <dsp:cNvSpPr/>
      </dsp:nvSpPr>
      <dsp:spPr>
        <a:xfrm>
          <a:off x="0" y="2988491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Core Visual Discovery: </a:t>
          </a:r>
          <a:r>
            <a:rPr lang="en-IN" sz="1600" kern="1200" dirty="0"/>
            <a:t>High evening humidity levels map to accelerated scoring speeds ONLY when teams bat second, exposing a crucial dew interaction effect.</a:t>
          </a:r>
        </a:p>
      </dsp:txBody>
      <dsp:txXfrm>
        <a:off x="0" y="2988491"/>
        <a:ext cx="4713994" cy="995961"/>
      </dsp:txXfrm>
    </dsp:sp>
    <dsp:sp modelId="{A71FC8D2-3028-4A1D-9B94-39E53D23F8A8}">
      <dsp:nvSpPr>
        <dsp:cNvPr id="0" name=""/>
        <dsp:cNvSpPr/>
      </dsp:nvSpPr>
      <dsp:spPr>
        <a:xfrm>
          <a:off x="0" y="3984452"/>
          <a:ext cx="4713994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C4BD7B-80F3-4A50-B864-8622F4EBF5D3}">
      <dsp:nvSpPr>
        <dsp:cNvPr id="0" name=""/>
        <dsp:cNvSpPr/>
      </dsp:nvSpPr>
      <dsp:spPr>
        <a:xfrm>
          <a:off x="0" y="3984452"/>
          <a:ext cx="4713994" cy="995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Distribution Patterns: </a:t>
          </a:r>
          <a:r>
            <a:rPr lang="en-IN" sz="1600" kern="1200" dirty="0"/>
            <a:t>Final scores show wide multi-modal distributions depending heavily on whether an innings faces a resource cutoff or full completion.</a:t>
          </a:r>
        </a:p>
      </dsp:txBody>
      <dsp:txXfrm>
        <a:off x="0" y="3984452"/>
        <a:ext cx="4713994" cy="9959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F38AF-DFC1-4269-B0B7-768BD3371DA6}">
      <dsp:nvSpPr>
        <dsp:cNvPr id="0" name=""/>
        <dsp:cNvSpPr/>
      </dsp:nvSpPr>
      <dsp:spPr>
        <a:xfrm>
          <a:off x="0" y="535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D15C0A-3BE6-465B-A0D0-267BAB74F7C3}">
      <dsp:nvSpPr>
        <dsp:cNvPr id="0" name=""/>
        <dsp:cNvSpPr/>
      </dsp:nvSpPr>
      <dsp:spPr>
        <a:xfrm>
          <a:off x="379252" y="28262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8F13644-88AE-41F3-AF5D-17C1473F32B8}">
      <dsp:nvSpPr>
        <dsp:cNvPr id="0" name=""/>
        <dsp:cNvSpPr/>
      </dsp:nvSpPr>
      <dsp:spPr>
        <a:xfrm>
          <a:off x="1448055" y="535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The Shortened Run Chase Confounding Factor: </a:t>
          </a:r>
          <a:r>
            <a:rPr lang="en-IN" sz="2100" kern="1200"/>
            <a:t>Teams batting second adjust intent or finish early upon hitting targets, causing misleading score dips.</a:t>
          </a:r>
        </a:p>
      </dsp:txBody>
      <dsp:txXfrm>
        <a:off x="1448055" y="535"/>
        <a:ext cx="9341864" cy="1253728"/>
      </dsp:txXfrm>
    </dsp:sp>
    <dsp:sp modelId="{04C5138F-C10B-4CFA-8B7D-C1C673B514C2}">
      <dsp:nvSpPr>
        <dsp:cNvPr id="0" name=""/>
        <dsp:cNvSpPr/>
      </dsp:nvSpPr>
      <dsp:spPr>
        <a:xfrm>
          <a:off x="0" y="1567695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914A17-B0B3-4A01-800F-FA51DE39FB65}">
      <dsp:nvSpPr>
        <dsp:cNvPr id="0" name=""/>
        <dsp:cNvSpPr/>
      </dsp:nvSpPr>
      <dsp:spPr>
        <a:xfrm>
          <a:off x="379252" y="184978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4B37533-9B8F-4ACF-B45A-70D54A944A08}">
      <dsp:nvSpPr>
        <dsp:cNvPr id="0" name=""/>
        <dsp:cNvSpPr/>
      </dsp:nvSpPr>
      <dsp:spPr>
        <a:xfrm>
          <a:off x="1448055" y="1567695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The Exact Evaluated Feature Vector List:</a:t>
          </a:r>
          <a:r>
            <a:rPr lang="en-IN" sz="2100" kern="1200"/>
            <a:t> temperature_c, humidity_pct, rain_48hr_mm, overs_played, and team_avg_run_rate.</a:t>
          </a:r>
        </a:p>
      </dsp:txBody>
      <dsp:txXfrm>
        <a:off x="1448055" y="1567695"/>
        <a:ext cx="9341864" cy="1253728"/>
      </dsp:txXfrm>
    </dsp:sp>
    <dsp:sp modelId="{7C9CB5DF-A057-4E2B-92A2-866BFC4C608A}">
      <dsp:nvSpPr>
        <dsp:cNvPr id="0" name=""/>
        <dsp:cNvSpPr/>
      </dsp:nvSpPr>
      <dsp:spPr>
        <a:xfrm>
          <a:off x="0" y="3134856"/>
          <a:ext cx="10789920" cy="12537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155C3A-534E-47B0-84E5-9A551E7B82EB}">
      <dsp:nvSpPr>
        <dsp:cNvPr id="0" name=""/>
        <dsp:cNvSpPr/>
      </dsp:nvSpPr>
      <dsp:spPr>
        <a:xfrm>
          <a:off x="379252" y="341694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3E25735-B3A8-4477-B15B-7E22982D69DE}">
      <dsp:nvSpPr>
        <dsp:cNvPr id="0" name=""/>
        <dsp:cNvSpPr/>
      </dsp:nvSpPr>
      <dsp:spPr>
        <a:xfrm>
          <a:off x="1448055" y="3134856"/>
          <a:ext cx="9341864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The Team Quality Anchor Rationale: </a:t>
          </a:r>
          <a:r>
            <a:rPr lang="en-IN" sz="2100" kern="1200"/>
            <a:t>Including team_avg_run_rate grounds the model in core team strength, allowing climate attributes to serve as fine-tuning modifiers.</a:t>
          </a:r>
        </a:p>
      </dsp:txBody>
      <dsp:txXfrm>
        <a:off x="1448055" y="3134856"/>
        <a:ext cx="9341864" cy="12537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2E618-9CF8-478D-8020-6A764BBE6F40}">
      <dsp:nvSpPr>
        <dsp:cNvPr id="0" name=""/>
        <dsp:cNvSpPr/>
      </dsp:nvSpPr>
      <dsp:spPr>
        <a:xfrm>
          <a:off x="908414" y="909376"/>
          <a:ext cx="1442103" cy="14421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DCEF731-B008-4A5A-A62A-95E23DFA4EC3}">
      <dsp:nvSpPr>
        <dsp:cNvPr id="0" name=""/>
        <dsp:cNvSpPr/>
      </dsp:nvSpPr>
      <dsp:spPr>
        <a:xfrm>
          <a:off x="27129" y="2737243"/>
          <a:ext cx="32046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Missing Value Protocol: </a:t>
          </a:r>
          <a:r>
            <a:rPr lang="en-IN" sz="1100" kern="1200" dirty="0"/>
            <a:t>Incomplete observations or coordinate lookup failures were handled by removing rows entirely to protect feature space.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    What We Dropped:</a:t>
          </a:r>
          <a:r>
            <a:rPr lang="en-IN" sz="1100" kern="1200" dirty="0"/>
            <a:t> </a:t>
          </a:r>
          <a:r>
            <a:rPr lang="en-IN" sz="1100" b="0" i="0" kern="1200" dirty="0" err="1"/>
            <a:t>match_id</a:t>
          </a:r>
          <a:r>
            <a:rPr lang="en-IN" sz="1100" b="0" i="0" kern="1200" dirty="0"/>
            <a:t> , venue , city , team </a:t>
          </a:r>
          <a:endParaRPr lang="en-IN" sz="1100" kern="1200" dirty="0"/>
        </a:p>
      </dsp:txBody>
      <dsp:txXfrm>
        <a:off x="27129" y="2737243"/>
        <a:ext cx="3204675" cy="742500"/>
      </dsp:txXfrm>
    </dsp:sp>
    <dsp:sp modelId="{FB624EA2-4995-4A96-9B7E-113018478B95}">
      <dsp:nvSpPr>
        <dsp:cNvPr id="0" name=""/>
        <dsp:cNvSpPr/>
      </dsp:nvSpPr>
      <dsp:spPr>
        <a:xfrm>
          <a:off x="4673908" y="909376"/>
          <a:ext cx="1442103" cy="14421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52B4F3B-C046-4C4F-80CF-9BB189F408A9}">
      <dsp:nvSpPr>
        <dsp:cNvPr id="0" name=""/>
        <dsp:cNvSpPr/>
      </dsp:nvSpPr>
      <dsp:spPr>
        <a:xfrm>
          <a:off x="3792622" y="2737243"/>
          <a:ext cx="32046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Chronological Ordering Strategy: </a:t>
          </a:r>
          <a:r>
            <a:rPr lang="en-IN" sz="1100" kern="1200"/>
            <a:t>Sorted rows sequentially by date before splitting to prevent future data patterns from leaking into past training steps.</a:t>
          </a:r>
        </a:p>
      </dsp:txBody>
      <dsp:txXfrm>
        <a:off x="3792622" y="2737243"/>
        <a:ext cx="3204675" cy="742500"/>
      </dsp:txXfrm>
    </dsp:sp>
    <dsp:sp modelId="{CB4FC2F7-7A81-493E-9698-3B3834434CF5}">
      <dsp:nvSpPr>
        <dsp:cNvPr id="0" name=""/>
        <dsp:cNvSpPr/>
      </dsp:nvSpPr>
      <dsp:spPr>
        <a:xfrm>
          <a:off x="8439401" y="909376"/>
          <a:ext cx="1442103" cy="14421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5E2262-47BE-4A8A-B31D-C41A46AFF917}">
      <dsp:nvSpPr>
        <dsp:cNvPr id="0" name=""/>
        <dsp:cNvSpPr/>
      </dsp:nvSpPr>
      <dsp:spPr>
        <a:xfrm>
          <a:off x="7558115" y="2737243"/>
          <a:ext cx="3204675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Vector Scaling: </a:t>
          </a:r>
          <a:r>
            <a:rPr lang="en-IN" sz="1100" kern="1200"/>
            <a:t>Applied StandardScaler normalization across numerical feature arrays to prevent high-magnitude features from masking lower-magnitude indicators.</a:t>
          </a:r>
        </a:p>
      </dsp:txBody>
      <dsp:txXfrm>
        <a:off x="7558115" y="2737243"/>
        <a:ext cx="3204675" cy="742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9F76E-F0D3-46C2-A154-8906006B376B}">
      <dsp:nvSpPr>
        <dsp:cNvPr id="0" name=""/>
        <dsp:cNvSpPr/>
      </dsp:nvSpPr>
      <dsp:spPr>
        <a:xfrm>
          <a:off x="258841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926B34-D039-4F7C-BC15-11ABA8509DE8}">
      <dsp:nvSpPr>
        <dsp:cNvPr id="0" name=""/>
        <dsp:cNvSpPr/>
      </dsp:nvSpPr>
      <dsp:spPr>
        <a:xfrm>
          <a:off x="544423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1F897A-CCBB-44BD-B10F-EB0507F30F23}">
      <dsp:nvSpPr>
        <dsp:cNvPr id="0" name=""/>
        <dsp:cNvSpPr/>
      </dsp:nvSpPr>
      <dsp:spPr>
        <a:xfrm>
          <a:off x="1910170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Decoupled Architecture Flow: Modulariized data preparation into separate notebook steps to cleanly isolate data gathering from modeling.</a:t>
          </a:r>
        </a:p>
      </dsp:txBody>
      <dsp:txXfrm>
        <a:off x="1910170" y="461566"/>
        <a:ext cx="3205521" cy="1359918"/>
      </dsp:txXfrm>
    </dsp:sp>
    <dsp:sp modelId="{2D8554C9-DBDA-47D4-8311-1CBA9C4E79EC}">
      <dsp:nvSpPr>
        <dsp:cNvPr id="0" name=""/>
        <dsp:cNvSpPr/>
      </dsp:nvSpPr>
      <dsp:spPr>
        <a:xfrm>
          <a:off x="5674228" y="461566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76CC84-2DD1-406B-927B-3AB41A551C3C}">
      <dsp:nvSpPr>
        <dsp:cNvPr id="0" name=""/>
        <dsp:cNvSpPr/>
      </dsp:nvSpPr>
      <dsp:spPr>
        <a:xfrm>
          <a:off x="5959811" y="747149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D28580B-8958-42CA-8711-BE2966EF9B23}">
      <dsp:nvSpPr>
        <dsp:cNvPr id="0" name=""/>
        <dsp:cNvSpPr/>
      </dsp:nvSpPr>
      <dsp:spPr>
        <a:xfrm>
          <a:off x="7325557" y="461566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Server Defense Layer: Implemented python pacing parameter windows via time.sleep() to respect public server access constraints.</a:t>
          </a:r>
        </a:p>
      </dsp:txBody>
      <dsp:txXfrm>
        <a:off x="7325557" y="461566"/>
        <a:ext cx="3205521" cy="1359918"/>
      </dsp:txXfrm>
    </dsp:sp>
    <dsp:sp modelId="{EE338A1E-0051-48A5-9210-AC3B69190005}">
      <dsp:nvSpPr>
        <dsp:cNvPr id="0" name=""/>
        <dsp:cNvSpPr/>
      </dsp:nvSpPr>
      <dsp:spPr>
        <a:xfrm>
          <a:off x="258841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73C20C0-0922-4EC1-A02F-D397CC073CC2}">
      <dsp:nvSpPr>
        <dsp:cNvPr id="0" name=""/>
        <dsp:cNvSpPr/>
      </dsp:nvSpPr>
      <dsp:spPr>
        <a:xfrm>
          <a:off x="544423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3B5A71B-B2FE-4E95-98FE-C5B72551A9F1}">
      <dsp:nvSpPr>
        <dsp:cNvPr id="0" name=""/>
        <dsp:cNvSpPr/>
      </dsp:nvSpPr>
      <dsp:spPr>
        <a:xfrm>
          <a:off x="1910170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Robust Fail-Safe Node Handling: Wrapped JSON loading nodes inside try-except traps to bypass broken files without halting execution runs.</a:t>
          </a:r>
        </a:p>
      </dsp:txBody>
      <dsp:txXfrm>
        <a:off x="1910170" y="2567635"/>
        <a:ext cx="3205521" cy="1359918"/>
      </dsp:txXfrm>
    </dsp:sp>
    <dsp:sp modelId="{FA06BFBA-CA9B-4566-8691-84AAA56A7906}">
      <dsp:nvSpPr>
        <dsp:cNvPr id="0" name=""/>
        <dsp:cNvSpPr/>
      </dsp:nvSpPr>
      <dsp:spPr>
        <a:xfrm>
          <a:off x="5674228" y="2567635"/>
          <a:ext cx="1359918" cy="13599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8DFCB1-C51B-4A4B-AF58-47D8D8F25C28}">
      <dsp:nvSpPr>
        <dsp:cNvPr id="0" name=""/>
        <dsp:cNvSpPr/>
      </dsp:nvSpPr>
      <dsp:spPr>
        <a:xfrm>
          <a:off x="5959811" y="2853217"/>
          <a:ext cx="788752" cy="788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5FD4CD-EB70-4FF4-BA49-88023BAD7918}">
      <dsp:nvSpPr>
        <dsp:cNvPr id="0" name=""/>
        <dsp:cNvSpPr/>
      </dsp:nvSpPr>
      <dsp:spPr>
        <a:xfrm>
          <a:off x="7325557" y="2567635"/>
          <a:ext cx="3205521" cy="1359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Loop Optimization: Programmed consistent tracking arrays to evaluate all 9 distinct regression models uniformly across identical training matrices.</a:t>
          </a:r>
        </a:p>
      </dsp:txBody>
      <dsp:txXfrm>
        <a:off x="7325557" y="2567635"/>
        <a:ext cx="3205521" cy="13599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A52AF-FA2A-4B55-84F6-BC484F207950}">
      <dsp:nvSpPr>
        <dsp:cNvPr id="0" name=""/>
        <dsp:cNvSpPr/>
      </dsp:nvSpPr>
      <dsp:spPr>
        <a:xfrm>
          <a:off x="649710" y="484559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0929A1-A00B-457D-B644-DF23F238DBAC}">
      <dsp:nvSpPr>
        <dsp:cNvPr id="0" name=""/>
        <dsp:cNvSpPr/>
      </dsp:nvSpPr>
      <dsp:spPr>
        <a:xfrm>
          <a:off x="1066522" y="90137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1FC1D-66B2-4EA6-9F52-D454012DEA83}">
      <dsp:nvSpPr>
        <dsp:cNvPr id="0" name=""/>
        <dsp:cNvSpPr/>
      </dsp:nvSpPr>
      <dsp:spPr>
        <a:xfrm>
          <a:off x="24491" y="3049560"/>
          <a:ext cx="320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Trajectory 1: Geographic Venue Target Encoding -&gt; Categorize stadium coordinates to account for physical constraints like altitude and boundary lengths.</a:t>
          </a:r>
        </a:p>
      </dsp:txBody>
      <dsp:txXfrm>
        <a:off x="24491" y="3049560"/>
        <a:ext cx="3206250" cy="855000"/>
      </dsp:txXfrm>
    </dsp:sp>
    <dsp:sp modelId="{86C09A44-3A4F-4E1D-84E8-4687DDFA6ACA}">
      <dsp:nvSpPr>
        <dsp:cNvPr id="0" name=""/>
        <dsp:cNvSpPr/>
      </dsp:nvSpPr>
      <dsp:spPr>
        <a:xfrm>
          <a:off x="4417053" y="484559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D318D7-9507-4B60-980E-F0BEB533E901}">
      <dsp:nvSpPr>
        <dsp:cNvPr id="0" name=""/>
        <dsp:cNvSpPr/>
      </dsp:nvSpPr>
      <dsp:spPr>
        <a:xfrm>
          <a:off x="4833866" y="90137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62627-E517-45EE-A4BF-9686298B40FE}">
      <dsp:nvSpPr>
        <dsp:cNvPr id="0" name=""/>
        <dsp:cNvSpPr/>
      </dsp:nvSpPr>
      <dsp:spPr>
        <a:xfrm>
          <a:off x="3791835" y="3049560"/>
          <a:ext cx="320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Trajectory 2: Multi-Layer Hyperparameter Optimization -&gt; Run automated RandomizedSearchCV tuning loops over our top Random Forest architecture to optimize tree depths.</a:t>
          </a:r>
        </a:p>
      </dsp:txBody>
      <dsp:txXfrm>
        <a:off x="3791835" y="3049560"/>
        <a:ext cx="3206250" cy="855000"/>
      </dsp:txXfrm>
    </dsp:sp>
    <dsp:sp modelId="{D03492BD-8C0B-460B-A6B6-A57FDD0999C1}">
      <dsp:nvSpPr>
        <dsp:cNvPr id="0" name=""/>
        <dsp:cNvSpPr/>
      </dsp:nvSpPr>
      <dsp:spPr>
        <a:xfrm>
          <a:off x="8184397" y="484559"/>
          <a:ext cx="1955812" cy="1955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C0535-115E-4F88-97CF-24872F3DE8F7}">
      <dsp:nvSpPr>
        <dsp:cNvPr id="0" name=""/>
        <dsp:cNvSpPr/>
      </dsp:nvSpPr>
      <dsp:spPr>
        <a:xfrm>
          <a:off x="8601210" y="901372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61445-8C86-4796-897E-297CCC2D200A}">
      <dsp:nvSpPr>
        <dsp:cNvPr id="0" name=""/>
        <dsp:cNvSpPr/>
      </dsp:nvSpPr>
      <dsp:spPr>
        <a:xfrm>
          <a:off x="7559178" y="3049560"/>
          <a:ext cx="32062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Trajectory 3: Feature Interaction Expansion -&gt; Combine humidity records and precipitation depth to build a composite pitch moisture proxy for deep pitch-wear insight.</a:t>
          </a:r>
        </a:p>
      </dsp:txBody>
      <dsp:txXfrm>
        <a:off x="7559178" y="3049560"/>
        <a:ext cx="3206250" cy="85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01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0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59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1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2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5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7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5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8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5F44B-0E3C-F17C-C61D-10D9385BD6C9}"/>
              </a:ext>
            </a:extLst>
          </p:cNvPr>
          <p:cNvSpPr txBox="1"/>
          <p:nvPr/>
        </p:nvSpPr>
        <p:spPr>
          <a:xfrm>
            <a:off x="6730000" y="639097"/>
            <a:ext cx="4813072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i="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Climate &amp; Cricket: Predicting Team Scores from Weather Patterns</a:t>
            </a:r>
            <a:endParaRPr lang="en-US" sz="5000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Cricket">
            <a:extLst>
              <a:ext uri="{FF2B5EF4-FFF2-40B4-BE49-F238E27FC236}">
                <a16:creationId xmlns:a16="http://schemas.microsoft.com/office/drawing/2014/main" id="{9E23F868-FEBC-F5F8-46D7-B027BECA3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0DB43-88DA-5D01-313A-0FEB7C343B7E}"/>
              </a:ext>
            </a:extLst>
          </p:cNvPr>
          <p:cNvSpPr txBox="1"/>
          <p:nvPr/>
        </p:nvSpPr>
        <p:spPr>
          <a:xfrm>
            <a:off x="6805053" y="4581248"/>
            <a:ext cx="443802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Sumanth </a:t>
            </a:r>
            <a:r>
              <a:rPr lang="en-IN" b="1" dirty="0" err="1"/>
              <a:t>Pidishetti</a:t>
            </a:r>
            <a:r>
              <a:rPr lang="en-IN" b="1" dirty="0"/>
              <a:t> (</a:t>
            </a:r>
            <a:r>
              <a:rPr lang="en-IN" i="1" dirty="0"/>
              <a:t>100008679</a:t>
            </a:r>
            <a:r>
              <a:rPr lang="en-IN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Rohith Reddy </a:t>
            </a:r>
            <a:r>
              <a:rPr lang="en-IN" b="1" dirty="0" err="1"/>
              <a:t>Rudraiah</a:t>
            </a:r>
            <a:r>
              <a:rPr lang="en-IN" b="1" dirty="0"/>
              <a:t> Gari (</a:t>
            </a:r>
            <a:r>
              <a:rPr lang="en-IN" i="1" dirty="0"/>
              <a:t>100008638</a:t>
            </a:r>
            <a:r>
              <a:rPr lang="en-IN" b="1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Sumanth </a:t>
            </a:r>
            <a:r>
              <a:rPr lang="en-IN" b="1" dirty="0" err="1"/>
              <a:t>Gadwala</a:t>
            </a:r>
            <a:r>
              <a:rPr lang="en-IN" b="1" dirty="0"/>
              <a:t> (</a:t>
            </a:r>
            <a:r>
              <a:rPr lang="en-IN" i="1" dirty="0"/>
              <a:t>100008777</a:t>
            </a:r>
            <a:r>
              <a:rPr lang="en-IN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DA968-BDF9-DF43-DEA8-B9D9CFC18D70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D8D470-4478-18C6-ADEA-770BEEEDA522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49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9" y="468936"/>
            <a:ext cx="10789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sz="2000" dirty="0"/>
              <a:t>Predicting ODI Cricket Scoring Dynamics Using Shifting Weather Systems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006707B-0830-1010-A847-CFC81A906E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897296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821544-6E34-6FA5-CE40-E12DBB8DBE85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C3673-4C2C-E94D-E5BA-42A0D214EAC1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Data Architecture &amp; Multi-Source Integration Skill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9E4904A-E9B2-767D-B4C4-2981FE380B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4984"/>
              </p:ext>
            </p:extLst>
          </p:nvPr>
        </p:nvGraphicFramePr>
        <p:xfrm>
          <a:off x="453066" y="3429000"/>
          <a:ext cx="10789920" cy="27038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1689433-857B-07E9-92D7-AD9D50A68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1904324"/>
              </p:ext>
            </p:extLst>
          </p:nvPr>
        </p:nvGraphicFramePr>
        <p:xfrm>
          <a:off x="453066" y="1370615"/>
          <a:ext cx="10789920" cy="1937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196BFBD-1870-7B27-3560-FE20452056A1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8E8D49-C8FA-CEE8-763E-C0E4F5849B5C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20BBB-960E-3D96-EC49-C092B11B85C5}"/>
              </a:ext>
            </a:extLst>
          </p:cNvPr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dirty="0"/>
              <a:t>Exploratory Data Analysis (EDA) Insights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BB26D5E-DF49-0B1E-46A3-DFA66D5B12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225527"/>
              </p:ext>
            </p:extLst>
          </p:nvPr>
        </p:nvGraphicFramePr>
        <p:xfrm>
          <a:off x="480306" y="1236898"/>
          <a:ext cx="4713994" cy="4981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5A29AD1-43FA-034E-CD08-76A6F39734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494" y="1231592"/>
            <a:ext cx="6693883" cy="2563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B39109-60A9-5609-83F9-5F0184FEB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494" y="3830832"/>
            <a:ext cx="6693883" cy="2387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4F74B5-FCBC-A5D5-BB63-8E0356DBA9BB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3077FD-84C4-F4DE-5AA3-92AEF4423887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04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Technical Feature Space and Target Normalization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F4EC350-F655-9DB2-2F51-B5C396651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9593808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859FC7-E4FE-ED9A-1B14-1287FC59A1B0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2D96C-F733-0DC1-04E5-F5A0E74AF41F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Data Transformation &amp; Integrity Protocols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3BF2AF8-3829-692E-4EC6-26489D929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787410"/>
              </p:ext>
            </p:extLst>
          </p:nvPr>
        </p:nvGraphicFramePr>
        <p:xfrm>
          <a:off x="594360" y="137160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01EAB3C-B05C-C14E-C0A0-38644E31D280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C1F57-8573-9409-475D-5F08F1753937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rPr lang="en-US"/>
              <a:t>Supervised Model Comparison &amp; Leaderboard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2B03C-F117-A2DE-97E3-A661DD3F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64" y="1371600"/>
            <a:ext cx="10391471" cy="43753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40583A-7084-2BC5-812C-E777FFC8BC1D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F7B2A-48EC-5C43-FAC3-517B87E1C6E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Code Implementation &amp; Production-Safe Architecture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7662F7-3135-BDDD-C024-8C71DF3BE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4125230"/>
              </p:ext>
            </p:extLst>
          </p:nvPr>
        </p:nvGraphicFramePr>
        <p:xfrm>
          <a:off x="685800" y="137160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A98CA3-2AA1-98AA-DF6C-08BC1518C041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9F5FF-BA5A-41D3-9390-BC3607E1E374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Project Horizon &amp; Advanced Modeling Next Steps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94E1AA5-E51C-0B68-4B29-8D2231254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303234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158D791-AE0E-FCFE-7252-D939A0F273F9}"/>
              </a:ext>
            </a:extLst>
          </p:cNvPr>
          <p:cNvSpPr txBox="1"/>
          <p:nvPr/>
        </p:nvSpPr>
        <p:spPr>
          <a:xfrm>
            <a:off x="521111" y="6429345"/>
            <a:ext cx="40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3C5B5-0021-F111-014B-469A29C49AD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9B671-7A61-BB53-454D-3561E7EFA02B}"/>
              </a:ext>
            </a:extLst>
          </p:cNvPr>
          <p:cNvSpPr txBox="1"/>
          <p:nvPr/>
        </p:nvSpPr>
        <p:spPr>
          <a:xfrm>
            <a:off x="8141110" y="639097"/>
            <a:ext cx="3401961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Q/A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EEE10-42E0-AD41-F7E2-BC3A2878F763}"/>
              </a:ext>
            </a:extLst>
          </p:cNvPr>
          <p:cNvSpPr txBox="1"/>
          <p:nvPr/>
        </p:nvSpPr>
        <p:spPr>
          <a:xfrm>
            <a:off x="8141110" y="4455621"/>
            <a:ext cx="3417990" cy="123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000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Thank You…</a:t>
            </a:r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A489F0C6-8E0B-1E93-C3D9-A5F972D5E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B6D3F-F654-9344-6E07-897A48438298}"/>
              </a:ext>
            </a:extLst>
          </p:cNvPr>
          <p:cNvSpPr txBox="1"/>
          <p:nvPr/>
        </p:nvSpPr>
        <p:spPr>
          <a:xfrm>
            <a:off x="521111" y="6429345"/>
            <a:ext cx="577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10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2B211-91E6-63FE-4521-5482809C33C8}"/>
              </a:ext>
            </a:extLst>
          </p:cNvPr>
          <p:cNvSpPr txBox="1"/>
          <p:nvPr/>
        </p:nvSpPr>
        <p:spPr>
          <a:xfrm>
            <a:off x="1098663" y="6460123"/>
            <a:ext cx="4532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Team Nexus, Capstone Project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3249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169</TotalTime>
  <Words>810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Rohith Reddy</dc:creator>
  <cp:keywords/>
  <dc:description>generated using python-pptx</dc:description>
  <cp:lastModifiedBy>Rohith Reddy</cp:lastModifiedBy>
  <cp:revision>3</cp:revision>
  <dcterms:created xsi:type="dcterms:W3CDTF">2013-01-27T09:14:16Z</dcterms:created>
  <dcterms:modified xsi:type="dcterms:W3CDTF">2026-07-15T13:01:31Z</dcterms:modified>
  <cp:category/>
</cp:coreProperties>
</file>