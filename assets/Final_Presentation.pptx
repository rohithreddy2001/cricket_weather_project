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17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5" r:id="rId5"/>
    <p:sldId id="256" r:id="rId6"/>
    <p:sldId id="257" r:id="rId7"/>
    <p:sldId id="263" r:id="rId8"/>
    <p:sldId id="258" r:id="rId9"/>
    <p:sldId id="259" r:id="rId10"/>
    <p:sldId id="260" r:id="rId11"/>
    <p:sldId id="261" r:id="rId12"/>
    <p:sldId id="262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6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47A4B3-67E2-49B2-85D7-F05BDDF04BE6}" v="14" dt="2026-07-21T22:48:41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49" autoAdjust="0"/>
  </p:normalViewPr>
  <p:slideViewPr>
    <p:cSldViewPr snapToGrid="0" snapToObjects="1">
      <p:cViewPr varScale="1">
        <p:scale>
          <a:sx n="65" d="100"/>
          <a:sy n="65" d="100"/>
        </p:scale>
        <p:origin x="7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raiah Gari, Rohith Reddy (Stud SRH-University)" userId="45fe41ad-b9ef-493d-bd71-3a924619f10c" providerId="ADAL" clId="{B0A560F6-E562-44DD-8F63-550E6F99639B}"/>
    <pc:docChg chg="custSel modSld">
      <pc:chgData name="Rudraiah Gari, Rohith Reddy (Stud SRH-University)" userId="45fe41ad-b9ef-493d-bd71-3a924619f10c" providerId="ADAL" clId="{B0A560F6-E562-44DD-8F63-550E6F99639B}" dt="2026-07-22T08:15:59.231" v="28" actId="20577"/>
      <pc:docMkLst>
        <pc:docMk/>
      </pc:docMkLst>
      <pc:sldChg chg="modSp">
        <pc:chgData name="Rudraiah Gari, Rohith Reddy (Stud SRH-University)" userId="45fe41ad-b9ef-493d-bd71-3a924619f10c" providerId="ADAL" clId="{B0A560F6-E562-44DD-8F63-550E6F99639B}" dt="2026-07-21T21:46:07.362" v="1" actId="14826"/>
        <pc:sldMkLst>
          <pc:docMk/>
          <pc:sldMk cId="2090043170" sldId="263"/>
        </pc:sldMkLst>
        <pc:picChg chg="mod">
          <ac:chgData name="Rudraiah Gari, Rohith Reddy (Stud SRH-University)" userId="45fe41ad-b9ef-493d-bd71-3a924619f10c" providerId="ADAL" clId="{B0A560F6-E562-44DD-8F63-550E6F99639B}" dt="2026-07-21T21:46:07.362" v="1" actId="14826"/>
          <ac:picMkLst>
            <pc:docMk/>
            <pc:sldMk cId="2090043170" sldId="263"/>
            <ac:picMk id="10" creationId="{35A29AD1-43FA-034E-CD08-76A6F39734F8}"/>
          </ac:picMkLst>
        </pc:picChg>
      </pc:sldChg>
      <pc:sldChg chg="modSp mod">
        <pc:chgData name="Rudraiah Gari, Rohith Reddy (Stud SRH-University)" userId="45fe41ad-b9ef-493d-bd71-3a924619f10c" providerId="ADAL" clId="{B0A560F6-E562-44DD-8F63-550E6F99639B}" dt="2026-07-22T08:15:59.231" v="28" actId="20577"/>
        <pc:sldMkLst>
          <pc:docMk/>
          <pc:sldMk cId="0" sldId="270"/>
        </pc:sldMkLst>
        <pc:graphicFrameChg chg="modGraphic">
          <ac:chgData name="Rudraiah Gari, Rohith Reddy (Stud SRH-University)" userId="45fe41ad-b9ef-493d-bd71-3a924619f10c" providerId="ADAL" clId="{B0A560F6-E562-44DD-8F63-550E6F99639B}" dt="2026-07-22T08:15:59.231" v="28" actId="20577"/>
          <ac:graphicFrameMkLst>
            <pc:docMk/>
            <pc:sldMk cId="0" sldId="270"/>
            <ac:graphicFrameMk id="5" creationId="{3661C304-A6DD-FA6E-6BB4-0BA3B6810B3C}"/>
          </ac:graphicFrameMkLst>
        </pc:graphicFrameChg>
      </pc:sldChg>
      <pc:sldChg chg="modSp">
        <pc:chgData name="Rudraiah Gari, Rohith Reddy (Stud SRH-University)" userId="45fe41ad-b9ef-493d-bd71-3a924619f10c" providerId="ADAL" clId="{B0A560F6-E562-44DD-8F63-550E6F99639B}" dt="2026-07-21T22:40:07.513" v="3"/>
        <pc:sldMkLst>
          <pc:docMk/>
          <pc:sldMk cId="0" sldId="271"/>
        </pc:sldMkLst>
        <pc:graphicFrameChg chg="mod">
          <ac:chgData name="Rudraiah Gari, Rohith Reddy (Stud SRH-University)" userId="45fe41ad-b9ef-493d-bd71-3a924619f10c" providerId="ADAL" clId="{B0A560F6-E562-44DD-8F63-550E6F99639B}" dt="2026-07-21T22:40:07.513" v="3"/>
          <ac:graphicFrameMkLst>
            <pc:docMk/>
            <pc:sldMk cId="0" sldId="271"/>
            <ac:graphicFrameMk id="6" creationId="{4F8C9B09-3192-74C7-1B01-3A673ABA638B}"/>
          </ac:graphicFrameMkLst>
        </pc:graphicFrameChg>
      </pc:sldChg>
      <pc:sldChg chg="addSp delSp modSp">
        <pc:chgData name="Rudraiah Gari, Rohith Reddy (Stud SRH-University)" userId="45fe41ad-b9ef-493d-bd71-3a924619f10c" providerId="ADAL" clId="{B0A560F6-E562-44DD-8F63-550E6F99639B}" dt="2026-07-21T22:48:41.153" v="14" actId="12100"/>
        <pc:sldMkLst>
          <pc:docMk/>
          <pc:sldMk cId="2987059999" sldId="275"/>
        </pc:sldMkLst>
        <pc:spChg chg="add del">
          <ac:chgData name="Rudraiah Gari, Rohith Reddy (Stud SRH-University)" userId="45fe41ad-b9ef-493d-bd71-3a924619f10c" providerId="ADAL" clId="{B0A560F6-E562-44DD-8F63-550E6F99639B}" dt="2026-07-21T22:47:09.301" v="5" actId="12084"/>
          <ac:spMkLst>
            <pc:docMk/>
            <pc:sldMk cId="2987059999" sldId="275"/>
            <ac:spMk id="4" creationId="{F9C9D212-EC6A-3057-8E90-1850842AA56A}"/>
          </ac:spMkLst>
        </pc:spChg>
        <pc:graphicFrameChg chg="add mod">
          <ac:chgData name="Rudraiah Gari, Rohith Reddy (Stud SRH-University)" userId="45fe41ad-b9ef-493d-bd71-3a924619f10c" providerId="ADAL" clId="{B0A560F6-E562-44DD-8F63-550E6F99639B}" dt="2026-07-21T22:48:41.153" v="14" actId="12100"/>
          <ac:graphicFrameMkLst>
            <pc:docMk/>
            <pc:sldMk cId="2987059999" sldId="275"/>
            <ac:graphicFrameMk id="5" creationId="{2DD4DD4E-7B74-A108-7747-6FF30D4B72A8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25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image" Target="../media/image34.svg"/></Relationships>
</file>

<file path=ppt/diagrams/_rels/data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25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3D4D22-B793-4FE9-B722-405881920532}" type="doc">
      <dgm:prSet loTypeId="urn:microsoft.com/office/officeart/2018/2/layout/IconCircle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8C6C63-B091-4E8E-AFA8-2CEA3B58D58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The Prediction Target: </a:t>
          </a:r>
          <a:r>
            <a:rPr lang="en-IN" dirty="0" err="1"/>
            <a:t>team_total_score</a:t>
          </a:r>
          <a:r>
            <a:rPr lang="en-IN" dirty="0"/>
            <a:t> (Continuous target regression variable tracking absolute runs scored in an individual innings).</a:t>
          </a:r>
        </a:p>
      </dgm:t>
    </dgm:pt>
    <dgm:pt modelId="{3C6DD312-D0C5-4DEB-8737-0CAEF4AE4D9A}" type="parTrans" cxnId="{2AE7AFC4-E7FF-458F-9B16-F5B135A2CD08}">
      <dgm:prSet/>
      <dgm:spPr/>
      <dgm:t>
        <a:bodyPr/>
        <a:lstStyle/>
        <a:p>
          <a:endParaRPr lang="en-IN"/>
        </a:p>
      </dgm:t>
    </dgm:pt>
    <dgm:pt modelId="{1587E0B4-050F-4415-A21F-6E34697E0F83}" type="sibTrans" cxnId="{2AE7AFC4-E7FF-458F-9B16-F5B135A2CD08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7041486D-9851-4E24-B084-C3B3C557507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Machine Learning Paradigm: </a:t>
          </a:r>
          <a:r>
            <a:rPr lang="en-IN"/>
            <a:t>Supervised Numerical Regression.</a:t>
          </a:r>
        </a:p>
      </dgm:t>
    </dgm:pt>
    <dgm:pt modelId="{0DD490BB-1716-4E06-9C82-C8B8C4D8C51A}" type="parTrans" cxnId="{F964ECFD-D376-4605-9744-AF14C855AC31}">
      <dgm:prSet/>
      <dgm:spPr/>
      <dgm:t>
        <a:bodyPr/>
        <a:lstStyle/>
        <a:p>
          <a:endParaRPr lang="en-IN"/>
        </a:p>
      </dgm:t>
    </dgm:pt>
    <dgm:pt modelId="{33C5867F-1A5E-4AEB-8BAE-B6204DEBC8C6}" type="sibTrans" cxnId="{F964ECFD-D376-4605-9744-AF14C855AC31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9F476C4C-01C1-4F26-BF7D-CA644AA75C8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Core Problem Constraint: </a:t>
          </a:r>
          <a:r>
            <a:rPr lang="en-IN"/>
            <a:t>Standard sports analytics over-indexes on historical player averages while ignoring real-time planetary parameters.</a:t>
          </a:r>
        </a:p>
      </dgm:t>
    </dgm:pt>
    <dgm:pt modelId="{18437E9C-496D-47C8-89FE-1DC3A8030996}" type="parTrans" cxnId="{90CE795E-6326-4D79-BFF6-6B0F28D1CAC2}">
      <dgm:prSet/>
      <dgm:spPr/>
      <dgm:t>
        <a:bodyPr/>
        <a:lstStyle/>
        <a:p>
          <a:endParaRPr lang="en-IN"/>
        </a:p>
      </dgm:t>
    </dgm:pt>
    <dgm:pt modelId="{8101178D-9E07-4CA3-B78A-F86ACEFDCA6F}" type="sibTrans" cxnId="{90CE795E-6326-4D79-BFF6-6B0F28D1CAC2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6E9082BF-3AE9-42AB-850D-38BB2688DA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Strategic Format Justification:</a:t>
          </a:r>
          <a:r>
            <a:rPr lang="en-IN"/>
            <a:t> Prioritized the ODI format to reduce the high scoring volatility and extreme randomness inherent to short-form T20 data, establishing a more balanced scoring baseline for tree-based estimators to isolate true climate modifiers.</a:t>
          </a:r>
        </a:p>
      </dgm:t>
    </dgm:pt>
    <dgm:pt modelId="{1D1290F0-B22B-4CE6-9C0B-ABF260A77F67}" type="parTrans" cxnId="{8FE307B8-3BFD-44F7-A6A6-22B52BCF1873}">
      <dgm:prSet/>
      <dgm:spPr/>
      <dgm:t>
        <a:bodyPr/>
        <a:lstStyle/>
        <a:p>
          <a:endParaRPr lang="en-IN"/>
        </a:p>
      </dgm:t>
    </dgm:pt>
    <dgm:pt modelId="{89975835-24EB-4661-89E7-745EE7F8F172}" type="sibTrans" cxnId="{8FE307B8-3BFD-44F7-A6A6-22B52BCF1873}">
      <dgm:prSet/>
      <dgm:spPr/>
      <dgm:t>
        <a:bodyPr/>
        <a:lstStyle/>
        <a:p>
          <a:endParaRPr lang="en-IN"/>
        </a:p>
      </dgm:t>
    </dgm:pt>
    <dgm:pt modelId="{78AAD5A7-8740-4A32-82DE-155E209A892D}" type="pres">
      <dgm:prSet presAssocID="{043D4D22-B793-4FE9-B722-405881920532}" presName="root" presStyleCnt="0">
        <dgm:presLayoutVars>
          <dgm:dir/>
          <dgm:resizeHandles val="exact"/>
        </dgm:presLayoutVars>
      </dgm:prSet>
      <dgm:spPr/>
    </dgm:pt>
    <dgm:pt modelId="{C2132526-0CC7-4DFA-9412-A24CD5B26A0B}" type="pres">
      <dgm:prSet presAssocID="{043D4D22-B793-4FE9-B722-405881920532}" presName="container" presStyleCnt="0">
        <dgm:presLayoutVars>
          <dgm:dir/>
          <dgm:resizeHandles val="exact"/>
        </dgm:presLayoutVars>
      </dgm:prSet>
      <dgm:spPr/>
    </dgm:pt>
    <dgm:pt modelId="{92C76630-3D77-44AA-946E-5AA12A55298D}" type="pres">
      <dgm:prSet presAssocID="{F08C6C63-B091-4E8E-AFA8-2CEA3B58D587}" presName="compNode" presStyleCnt="0"/>
      <dgm:spPr/>
    </dgm:pt>
    <dgm:pt modelId="{7721890D-A13E-4FF6-BB79-188468BE8DEE}" type="pres">
      <dgm:prSet presAssocID="{F08C6C63-B091-4E8E-AFA8-2CEA3B58D587}" presName="iconBgRect" presStyleLbl="bgShp" presStyleIdx="0" presStyleCnt="4"/>
      <dgm:spPr/>
    </dgm:pt>
    <dgm:pt modelId="{D3B31BB2-B2E6-4161-85F2-12341DE432A2}" type="pres">
      <dgm:prSet presAssocID="{F08C6C63-B091-4E8E-AFA8-2CEA3B58D58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57AD9D4D-9675-4F56-BB58-D79CFD5EEDA6}" type="pres">
      <dgm:prSet presAssocID="{F08C6C63-B091-4E8E-AFA8-2CEA3B58D587}" presName="spaceRect" presStyleCnt="0"/>
      <dgm:spPr/>
    </dgm:pt>
    <dgm:pt modelId="{F53A569D-E2A0-486F-9D70-1810B2161E6C}" type="pres">
      <dgm:prSet presAssocID="{F08C6C63-B091-4E8E-AFA8-2CEA3B58D587}" presName="textRect" presStyleLbl="revTx" presStyleIdx="0" presStyleCnt="4">
        <dgm:presLayoutVars>
          <dgm:chMax val="1"/>
          <dgm:chPref val="1"/>
        </dgm:presLayoutVars>
      </dgm:prSet>
      <dgm:spPr/>
    </dgm:pt>
    <dgm:pt modelId="{FC84C94A-22CC-4408-A8A3-121C428BFD77}" type="pres">
      <dgm:prSet presAssocID="{1587E0B4-050F-4415-A21F-6E34697E0F83}" presName="sibTrans" presStyleLbl="sibTrans2D1" presStyleIdx="0" presStyleCnt="0"/>
      <dgm:spPr/>
    </dgm:pt>
    <dgm:pt modelId="{0D221033-3BC6-455C-AD37-DD0AA82797E0}" type="pres">
      <dgm:prSet presAssocID="{7041486D-9851-4E24-B084-C3B3C5575070}" presName="compNode" presStyleCnt="0"/>
      <dgm:spPr/>
    </dgm:pt>
    <dgm:pt modelId="{E149993C-BDC5-436D-9E23-CD3AC345860C}" type="pres">
      <dgm:prSet presAssocID="{7041486D-9851-4E24-B084-C3B3C5575070}" presName="iconBgRect" presStyleLbl="bgShp" presStyleIdx="1" presStyleCnt="4"/>
      <dgm:spPr/>
    </dgm:pt>
    <dgm:pt modelId="{E2C063CC-D25E-455B-97A6-CCD1B4DC5D1B}" type="pres">
      <dgm:prSet presAssocID="{7041486D-9851-4E24-B084-C3B3C55750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379FAF46-3406-4499-9C1A-473DBC19EDC0}" type="pres">
      <dgm:prSet presAssocID="{7041486D-9851-4E24-B084-C3B3C5575070}" presName="spaceRect" presStyleCnt="0"/>
      <dgm:spPr/>
    </dgm:pt>
    <dgm:pt modelId="{A61F753E-7BEF-47F7-BB73-F163895D594E}" type="pres">
      <dgm:prSet presAssocID="{7041486D-9851-4E24-B084-C3B3C5575070}" presName="textRect" presStyleLbl="revTx" presStyleIdx="1" presStyleCnt="4">
        <dgm:presLayoutVars>
          <dgm:chMax val="1"/>
          <dgm:chPref val="1"/>
        </dgm:presLayoutVars>
      </dgm:prSet>
      <dgm:spPr/>
    </dgm:pt>
    <dgm:pt modelId="{B317AB7C-3D23-408B-8057-BA3216879D95}" type="pres">
      <dgm:prSet presAssocID="{33C5867F-1A5E-4AEB-8BAE-B6204DEBC8C6}" presName="sibTrans" presStyleLbl="sibTrans2D1" presStyleIdx="0" presStyleCnt="0"/>
      <dgm:spPr/>
    </dgm:pt>
    <dgm:pt modelId="{FDCC3461-430C-409F-9BA7-134058EF41F0}" type="pres">
      <dgm:prSet presAssocID="{9F476C4C-01C1-4F26-BF7D-CA644AA75C8A}" presName="compNode" presStyleCnt="0"/>
      <dgm:spPr/>
    </dgm:pt>
    <dgm:pt modelId="{037D63A0-5819-4D7E-9142-3DE335DE2A5D}" type="pres">
      <dgm:prSet presAssocID="{9F476C4C-01C1-4F26-BF7D-CA644AA75C8A}" presName="iconBgRect" presStyleLbl="bgShp" presStyleIdx="2" presStyleCnt="4"/>
      <dgm:spPr/>
    </dgm:pt>
    <dgm:pt modelId="{C23483CD-A943-4BCC-B7BD-F7082EA5F71F}" type="pres">
      <dgm:prSet presAssocID="{9F476C4C-01C1-4F26-BF7D-CA644AA75C8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ball"/>
        </a:ext>
      </dgm:extLst>
    </dgm:pt>
    <dgm:pt modelId="{15329527-17E8-4C53-ADCA-FEF57B86AB92}" type="pres">
      <dgm:prSet presAssocID="{9F476C4C-01C1-4F26-BF7D-CA644AA75C8A}" presName="spaceRect" presStyleCnt="0"/>
      <dgm:spPr/>
    </dgm:pt>
    <dgm:pt modelId="{F71DB086-6DE3-4C78-957D-E1E598F4827B}" type="pres">
      <dgm:prSet presAssocID="{9F476C4C-01C1-4F26-BF7D-CA644AA75C8A}" presName="textRect" presStyleLbl="revTx" presStyleIdx="2" presStyleCnt="4">
        <dgm:presLayoutVars>
          <dgm:chMax val="1"/>
          <dgm:chPref val="1"/>
        </dgm:presLayoutVars>
      </dgm:prSet>
      <dgm:spPr/>
    </dgm:pt>
    <dgm:pt modelId="{D2D8E249-7B7E-4723-9CC9-6D363EBAA943}" type="pres">
      <dgm:prSet presAssocID="{8101178D-9E07-4CA3-B78A-F86ACEFDCA6F}" presName="sibTrans" presStyleLbl="sibTrans2D1" presStyleIdx="0" presStyleCnt="0"/>
      <dgm:spPr/>
    </dgm:pt>
    <dgm:pt modelId="{2E31CA5C-B611-4A1A-A9B9-E897CFE44950}" type="pres">
      <dgm:prSet presAssocID="{6E9082BF-3AE9-42AB-850D-38BB2688DAE0}" presName="compNode" presStyleCnt="0"/>
      <dgm:spPr/>
    </dgm:pt>
    <dgm:pt modelId="{519D7720-5A29-431A-83F4-389D712D0A40}" type="pres">
      <dgm:prSet presAssocID="{6E9082BF-3AE9-42AB-850D-38BB2688DAE0}" presName="iconBgRect" presStyleLbl="bgShp" presStyleIdx="3" presStyleCnt="4"/>
      <dgm:spPr/>
    </dgm:pt>
    <dgm:pt modelId="{3E23A08C-4076-4D25-A14D-2036F82BBB80}" type="pres">
      <dgm:prSet presAssocID="{6E9082BF-3AE9-42AB-850D-38BB2688DAE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2CDBCB-E699-4ACF-B5AE-DB959B5539ED}" type="pres">
      <dgm:prSet presAssocID="{6E9082BF-3AE9-42AB-850D-38BB2688DAE0}" presName="spaceRect" presStyleCnt="0"/>
      <dgm:spPr/>
    </dgm:pt>
    <dgm:pt modelId="{72769437-59F5-496D-950D-190D60FE148B}" type="pres">
      <dgm:prSet presAssocID="{6E9082BF-3AE9-42AB-850D-38BB2688DAE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136D42B-FE4A-4FC6-85D6-6908D8816F27}" type="presOf" srcId="{F08C6C63-B091-4E8E-AFA8-2CEA3B58D587}" destId="{F53A569D-E2A0-486F-9D70-1810B2161E6C}" srcOrd="0" destOrd="0" presId="urn:microsoft.com/office/officeart/2018/2/layout/IconCircleList"/>
    <dgm:cxn modelId="{90CE795E-6326-4D79-BFF6-6B0F28D1CAC2}" srcId="{043D4D22-B793-4FE9-B722-405881920532}" destId="{9F476C4C-01C1-4F26-BF7D-CA644AA75C8A}" srcOrd="2" destOrd="0" parTransId="{18437E9C-496D-47C8-89FE-1DC3A8030996}" sibTransId="{8101178D-9E07-4CA3-B78A-F86ACEFDCA6F}"/>
    <dgm:cxn modelId="{864DF260-189A-410D-98C0-836918C17C54}" type="presOf" srcId="{043D4D22-B793-4FE9-B722-405881920532}" destId="{78AAD5A7-8740-4A32-82DE-155E209A892D}" srcOrd="0" destOrd="0" presId="urn:microsoft.com/office/officeart/2018/2/layout/IconCircleList"/>
    <dgm:cxn modelId="{88901C74-A042-46B4-83EA-A6E314BF770E}" type="presOf" srcId="{8101178D-9E07-4CA3-B78A-F86ACEFDCA6F}" destId="{D2D8E249-7B7E-4723-9CC9-6D363EBAA943}" srcOrd="0" destOrd="0" presId="urn:microsoft.com/office/officeart/2018/2/layout/IconCircleList"/>
    <dgm:cxn modelId="{8FE307B8-3BFD-44F7-A6A6-22B52BCF1873}" srcId="{043D4D22-B793-4FE9-B722-405881920532}" destId="{6E9082BF-3AE9-42AB-850D-38BB2688DAE0}" srcOrd="3" destOrd="0" parTransId="{1D1290F0-B22B-4CE6-9C0B-ABF260A77F67}" sibTransId="{89975835-24EB-4661-89E7-745EE7F8F172}"/>
    <dgm:cxn modelId="{303D91BA-F515-4C14-B015-6F25277A8E80}" type="presOf" srcId="{7041486D-9851-4E24-B084-C3B3C5575070}" destId="{A61F753E-7BEF-47F7-BB73-F163895D594E}" srcOrd="0" destOrd="0" presId="urn:microsoft.com/office/officeart/2018/2/layout/IconCircleList"/>
    <dgm:cxn modelId="{2AE7AFC4-E7FF-458F-9B16-F5B135A2CD08}" srcId="{043D4D22-B793-4FE9-B722-405881920532}" destId="{F08C6C63-B091-4E8E-AFA8-2CEA3B58D587}" srcOrd="0" destOrd="0" parTransId="{3C6DD312-D0C5-4DEB-8737-0CAEF4AE4D9A}" sibTransId="{1587E0B4-050F-4415-A21F-6E34697E0F83}"/>
    <dgm:cxn modelId="{1AB641CF-B2CC-4EA3-A64E-12A8566482AE}" type="presOf" srcId="{6E9082BF-3AE9-42AB-850D-38BB2688DAE0}" destId="{72769437-59F5-496D-950D-190D60FE148B}" srcOrd="0" destOrd="0" presId="urn:microsoft.com/office/officeart/2018/2/layout/IconCircleList"/>
    <dgm:cxn modelId="{EDB363EA-7A14-4761-9EE3-C82A0D2989EA}" type="presOf" srcId="{33C5867F-1A5E-4AEB-8BAE-B6204DEBC8C6}" destId="{B317AB7C-3D23-408B-8057-BA3216879D95}" srcOrd="0" destOrd="0" presId="urn:microsoft.com/office/officeart/2018/2/layout/IconCircleList"/>
    <dgm:cxn modelId="{D15E06F5-52A9-41C2-B7DF-AF84B2B7A586}" type="presOf" srcId="{9F476C4C-01C1-4F26-BF7D-CA644AA75C8A}" destId="{F71DB086-6DE3-4C78-957D-E1E598F4827B}" srcOrd="0" destOrd="0" presId="urn:microsoft.com/office/officeart/2018/2/layout/IconCircleList"/>
    <dgm:cxn modelId="{6CEAC2FC-919F-409B-A3D1-F0B824330EF6}" type="presOf" srcId="{1587E0B4-050F-4415-A21F-6E34697E0F83}" destId="{FC84C94A-22CC-4408-A8A3-121C428BFD77}" srcOrd="0" destOrd="0" presId="urn:microsoft.com/office/officeart/2018/2/layout/IconCircleList"/>
    <dgm:cxn modelId="{F964ECFD-D376-4605-9744-AF14C855AC31}" srcId="{043D4D22-B793-4FE9-B722-405881920532}" destId="{7041486D-9851-4E24-B084-C3B3C5575070}" srcOrd="1" destOrd="0" parTransId="{0DD490BB-1716-4E06-9C82-C8B8C4D8C51A}" sibTransId="{33C5867F-1A5E-4AEB-8BAE-B6204DEBC8C6}"/>
    <dgm:cxn modelId="{5ECEEC7D-1310-425D-9930-C6BA8CA6C6B8}" type="presParOf" srcId="{78AAD5A7-8740-4A32-82DE-155E209A892D}" destId="{C2132526-0CC7-4DFA-9412-A24CD5B26A0B}" srcOrd="0" destOrd="0" presId="urn:microsoft.com/office/officeart/2018/2/layout/IconCircleList"/>
    <dgm:cxn modelId="{907CCF1B-45DC-439B-8944-AD2638E8C030}" type="presParOf" srcId="{C2132526-0CC7-4DFA-9412-A24CD5B26A0B}" destId="{92C76630-3D77-44AA-946E-5AA12A55298D}" srcOrd="0" destOrd="0" presId="urn:microsoft.com/office/officeart/2018/2/layout/IconCircleList"/>
    <dgm:cxn modelId="{0AFAF31B-18AD-4164-8C0C-92740E3A247B}" type="presParOf" srcId="{92C76630-3D77-44AA-946E-5AA12A55298D}" destId="{7721890D-A13E-4FF6-BB79-188468BE8DEE}" srcOrd="0" destOrd="0" presId="urn:microsoft.com/office/officeart/2018/2/layout/IconCircleList"/>
    <dgm:cxn modelId="{99FCCB7D-BA91-43F1-8697-EF23438F34F3}" type="presParOf" srcId="{92C76630-3D77-44AA-946E-5AA12A55298D}" destId="{D3B31BB2-B2E6-4161-85F2-12341DE432A2}" srcOrd="1" destOrd="0" presId="urn:microsoft.com/office/officeart/2018/2/layout/IconCircleList"/>
    <dgm:cxn modelId="{BC60D08A-1AC1-427E-AA7C-35C7C79E2004}" type="presParOf" srcId="{92C76630-3D77-44AA-946E-5AA12A55298D}" destId="{57AD9D4D-9675-4F56-BB58-D79CFD5EEDA6}" srcOrd="2" destOrd="0" presId="urn:microsoft.com/office/officeart/2018/2/layout/IconCircleList"/>
    <dgm:cxn modelId="{E15C69BA-420A-41AD-AA3B-613422F5BE38}" type="presParOf" srcId="{92C76630-3D77-44AA-946E-5AA12A55298D}" destId="{F53A569D-E2A0-486F-9D70-1810B2161E6C}" srcOrd="3" destOrd="0" presId="urn:microsoft.com/office/officeart/2018/2/layout/IconCircleList"/>
    <dgm:cxn modelId="{650F545E-0BE8-4CBF-9C8C-DC35F734C981}" type="presParOf" srcId="{C2132526-0CC7-4DFA-9412-A24CD5B26A0B}" destId="{FC84C94A-22CC-4408-A8A3-121C428BFD77}" srcOrd="1" destOrd="0" presId="urn:microsoft.com/office/officeart/2018/2/layout/IconCircleList"/>
    <dgm:cxn modelId="{5F236354-BCD2-4CD9-A2E7-AE5ECD786C69}" type="presParOf" srcId="{C2132526-0CC7-4DFA-9412-A24CD5B26A0B}" destId="{0D221033-3BC6-455C-AD37-DD0AA82797E0}" srcOrd="2" destOrd="0" presId="urn:microsoft.com/office/officeart/2018/2/layout/IconCircleList"/>
    <dgm:cxn modelId="{1C27BD3A-73D2-4992-B347-BE1FC7BF493C}" type="presParOf" srcId="{0D221033-3BC6-455C-AD37-DD0AA82797E0}" destId="{E149993C-BDC5-436D-9E23-CD3AC345860C}" srcOrd="0" destOrd="0" presId="urn:microsoft.com/office/officeart/2018/2/layout/IconCircleList"/>
    <dgm:cxn modelId="{55FD7DE3-C967-4D11-85E6-9B983CE34A98}" type="presParOf" srcId="{0D221033-3BC6-455C-AD37-DD0AA82797E0}" destId="{E2C063CC-D25E-455B-97A6-CCD1B4DC5D1B}" srcOrd="1" destOrd="0" presId="urn:microsoft.com/office/officeart/2018/2/layout/IconCircleList"/>
    <dgm:cxn modelId="{9C0FE3D8-266D-49E5-BD77-D19E244BBE08}" type="presParOf" srcId="{0D221033-3BC6-455C-AD37-DD0AA82797E0}" destId="{379FAF46-3406-4499-9C1A-473DBC19EDC0}" srcOrd="2" destOrd="0" presId="urn:microsoft.com/office/officeart/2018/2/layout/IconCircleList"/>
    <dgm:cxn modelId="{F0A5E776-BBDD-401F-87CF-BF6A9D4BE790}" type="presParOf" srcId="{0D221033-3BC6-455C-AD37-DD0AA82797E0}" destId="{A61F753E-7BEF-47F7-BB73-F163895D594E}" srcOrd="3" destOrd="0" presId="urn:microsoft.com/office/officeart/2018/2/layout/IconCircleList"/>
    <dgm:cxn modelId="{62A6FEB7-D3D7-4111-9970-A1661A55058B}" type="presParOf" srcId="{C2132526-0CC7-4DFA-9412-A24CD5B26A0B}" destId="{B317AB7C-3D23-408B-8057-BA3216879D95}" srcOrd="3" destOrd="0" presId="urn:microsoft.com/office/officeart/2018/2/layout/IconCircleList"/>
    <dgm:cxn modelId="{DB80349B-A4B6-4274-9FCE-B31209877D01}" type="presParOf" srcId="{C2132526-0CC7-4DFA-9412-A24CD5B26A0B}" destId="{FDCC3461-430C-409F-9BA7-134058EF41F0}" srcOrd="4" destOrd="0" presId="urn:microsoft.com/office/officeart/2018/2/layout/IconCircleList"/>
    <dgm:cxn modelId="{CDBB473F-E71E-44FB-92F9-078F48641EF3}" type="presParOf" srcId="{FDCC3461-430C-409F-9BA7-134058EF41F0}" destId="{037D63A0-5819-4D7E-9142-3DE335DE2A5D}" srcOrd="0" destOrd="0" presId="urn:microsoft.com/office/officeart/2018/2/layout/IconCircleList"/>
    <dgm:cxn modelId="{32A259A5-C445-4D07-AFBF-1288349A15C1}" type="presParOf" srcId="{FDCC3461-430C-409F-9BA7-134058EF41F0}" destId="{C23483CD-A943-4BCC-B7BD-F7082EA5F71F}" srcOrd="1" destOrd="0" presId="urn:microsoft.com/office/officeart/2018/2/layout/IconCircleList"/>
    <dgm:cxn modelId="{2A84F39C-A02D-490A-A780-D8970AD132E7}" type="presParOf" srcId="{FDCC3461-430C-409F-9BA7-134058EF41F0}" destId="{15329527-17E8-4C53-ADCA-FEF57B86AB92}" srcOrd="2" destOrd="0" presId="urn:microsoft.com/office/officeart/2018/2/layout/IconCircleList"/>
    <dgm:cxn modelId="{FC022CCD-FFB8-4782-A42C-6941AB463627}" type="presParOf" srcId="{FDCC3461-430C-409F-9BA7-134058EF41F0}" destId="{F71DB086-6DE3-4C78-957D-E1E598F4827B}" srcOrd="3" destOrd="0" presId="urn:microsoft.com/office/officeart/2018/2/layout/IconCircleList"/>
    <dgm:cxn modelId="{9E180011-5DC3-42C7-BA8C-78D4C763AD9E}" type="presParOf" srcId="{C2132526-0CC7-4DFA-9412-A24CD5B26A0B}" destId="{D2D8E249-7B7E-4723-9CC9-6D363EBAA943}" srcOrd="5" destOrd="0" presId="urn:microsoft.com/office/officeart/2018/2/layout/IconCircleList"/>
    <dgm:cxn modelId="{5B0D445D-B285-4E57-B04F-485BEAF6E661}" type="presParOf" srcId="{C2132526-0CC7-4DFA-9412-A24CD5B26A0B}" destId="{2E31CA5C-B611-4A1A-A9B9-E897CFE44950}" srcOrd="6" destOrd="0" presId="urn:microsoft.com/office/officeart/2018/2/layout/IconCircleList"/>
    <dgm:cxn modelId="{9F646EE8-E17A-4C9D-A332-7AE980856E49}" type="presParOf" srcId="{2E31CA5C-B611-4A1A-A9B9-E897CFE44950}" destId="{519D7720-5A29-431A-83F4-389D712D0A40}" srcOrd="0" destOrd="0" presId="urn:microsoft.com/office/officeart/2018/2/layout/IconCircleList"/>
    <dgm:cxn modelId="{8F77A32F-8CD9-4114-86AC-77EF4A8EEF47}" type="presParOf" srcId="{2E31CA5C-B611-4A1A-A9B9-E897CFE44950}" destId="{3E23A08C-4076-4D25-A14D-2036F82BBB80}" srcOrd="1" destOrd="0" presId="urn:microsoft.com/office/officeart/2018/2/layout/IconCircleList"/>
    <dgm:cxn modelId="{2BBDAD09-63C4-46C5-9720-F00B9A79D446}" type="presParOf" srcId="{2E31CA5C-B611-4A1A-A9B9-E897CFE44950}" destId="{E22CDBCB-E699-4ACF-B5AE-DB959B5539ED}" srcOrd="2" destOrd="0" presId="urn:microsoft.com/office/officeart/2018/2/layout/IconCircleList"/>
    <dgm:cxn modelId="{C737931C-02BD-470B-AF77-0F21AEF9CA40}" type="presParOf" srcId="{2E31CA5C-B611-4A1A-A9B9-E897CFE44950}" destId="{72769437-59F5-496D-950D-190D60FE148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D8000D-B3AB-42D1-A084-4FE532FDFACC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82DCB1-DF93-491F-BD28-CCF56E94362B}">
      <dgm:prSet/>
      <dgm:spPr/>
      <dgm:t>
        <a:bodyPr/>
        <a:lstStyle/>
        <a:p>
          <a:r>
            <a:rPr lang="en-IN" b="1" dirty="0"/>
            <a:t>Dataset Matrix Scale: </a:t>
          </a:r>
          <a:r>
            <a:rPr lang="en-IN" dirty="0"/>
            <a:t>1,148 unique chronological rows spanning major multi-format fixtures from 2022 to 2026.</a:t>
          </a:r>
        </a:p>
      </dgm:t>
    </dgm:pt>
    <dgm:pt modelId="{953DDDFE-4CED-49FD-BBC4-0EE033351311}" type="parTrans" cxnId="{41D15AA2-D81C-4D6B-9C15-9C50B6EED9DA}">
      <dgm:prSet/>
      <dgm:spPr/>
      <dgm:t>
        <a:bodyPr/>
        <a:lstStyle/>
        <a:p>
          <a:endParaRPr lang="en-IN"/>
        </a:p>
      </dgm:t>
    </dgm:pt>
    <dgm:pt modelId="{B7FF11AD-5216-4A50-B243-B8E39BDE8B98}" type="sibTrans" cxnId="{41D15AA2-D81C-4D6B-9C15-9C50B6EED9DA}">
      <dgm:prSet/>
      <dgm:spPr/>
      <dgm:t>
        <a:bodyPr/>
        <a:lstStyle/>
        <a:p>
          <a:endParaRPr lang="en-IN"/>
        </a:p>
      </dgm:t>
    </dgm:pt>
    <dgm:pt modelId="{29030453-EA37-4751-A89B-BDBB06E27B69}">
      <dgm:prSet/>
      <dgm:spPr/>
      <dgm:t>
        <a:bodyPr/>
        <a:lstStyle/>
        <a:p>
          <a:r>
            <a:rPr lang="en-IN" b="1" dirty="0"/>
            <a:t>Row Metric Definition:</a:t>
          </a:r>
          <a:r>
            <a:rPr lang="en-IN" dirty="0"/>
            <a:t> One row maps a single team's full performance profile within a specific innings on a confirmed calendar date.</a:t>
          </a:r>
        </a:p>
      </dgm:t>
    </dgm:pt>
    <dgm:pt modelId="{FF3FDF30-E738-49A1-B4A2-3B143335BA09}" type="parTrans" cxnId="{4283958A-7C59-4710-A20B-6C4FD58D6FCE}">
      <dgm:prSet/>
      <dgm:spPr/>
      <dgm:t>
        <a:bodyPr/>
        <a:lstStyle/>
        <a:p>
          <a:endParaRPr lang="en-IN"/>
        </a:p>
      </dgm:t>
    </dgm:pt>
    <dgm:pt modelId="{C254BD9A-53E2-41B8-8AEF-5D558E4B71B4}" type="sibTrans" cxnId="{4283958A-7C59-4710-A20B-6C4FD58D6FCE}">
      <dgm:prSet/>
      <dgm:spPr/>
      <dgm:t>
        <a:bodyPr/>
        <a:lstStyle/>
        <a:p>
          <a:endParaRPr lang="en-IN"/>
        </a:p>
      </dgm:t>
    </dgm:pt>
    <dgm:pt modelId="{C3E958D6-9DEC-4B93-B961-A271FB9ED7EC}">
      <dgm:prSet/>
      <dgm:spPr/>
      <dgm:t>
        <a:bodyPr/>
        <a:lstStyle/>
        <a:p>
          <a:r>
            <a:rPr lang="en-IN" b="1" dirty="0"/>
            <a:t>Data Engineering Challenges: </a:t>
          </a:r>
          <a:r>
            <a:rPr lang="en-IN" dirty="0"/>
            <a:t>Weather nodes do not interpret text labels like 'Lord's'. Built a geocoding wrapper mapping venues to GPS coordinates to extract 3 PM and 8 PM climate slices.</a:t>
          </a:r>
        </a:p>
      </dgm:t>
    </dgm:pt>
    <dgm:pt modelId="{56223FCD-C07D-46AA-893F-BE79EE6A5998}" type="parTrans" cxnId="{F0DED259-C4B2-4DD0-AB18-4C0DE5A94609}">
      <dgm:prSet/>
      <dgm:spPr/>
      <dgm:t>
        <a:bodyPr/>
        <a:lstStyle/>
        <a:p>
          <a:endParaRPr lang="en-IN"/>
        </a:p>
      </dgm:t>
    </dgm:pt>
    <dgm:pt modelId="{864A9918-1DF0-4167-9EC9-FA11819C142F}" type="sibTrans" cxnId="{F0DED259-C4B2-4DD0-AB18-4C0DE5A94609}">
      <dgm:prSet/>
      <dgm:spPr/>
      <dgm:t>
        <a:bodyPr/>
        <a:lstStyle/>
        <a:p>
          <a:endParaRPr lang="en-IN"/>
        </a:p>
      </dgm:t>
    </dgm:pt>
    <dgm:pt modelId="{66B625B1-7E23-4AA8-96B4-5B0B8F101CA6}">
      <dgm:prSet phldrT="[Text]"/>
      <dgm:spPr/>
      <dgm:t>
        <a:bodyPr/>
        <a:lstStyle/>
        <a:p>
          <a:pPr>
            <a:buNone/>
          </a:pPr>
          <a:r>
            <a:rPr lang="en-IN" b="1" dirty="0"/>
            <a:t>Multi-Source Data Integration:</a:t>
          </a:r>
          <a:r>
            <a:rPr lang="en-IN" dirty="0"/>
            <a:t> We built a Python program that used stadium coordinates to match </a:t>
          </a:r>
          <a:r>
            <a:rPr lang="en-IN" dirty="0" err="1"/>
            <a:t>match</a:t>
          </a:r>
          <a:r>
            <a:rPr lang="en-IN" dirty="0"/>
            <a:t> dates from </a:t>
          </a:r>
          <a:r>
            <a:rPr lang="en-IN" dirty="0" err="1"/>
            <a:t>Cricsheet</a:t>
          </a:r>
          <a:r>
            <a:rPr lang="en-IN" dirty="0"/>
            <a:t> with the exact hourly weather conditions (3:00 PM for day games and 8:00 PM for night games) from the Open-</a:t>
          </a:r>
          <a:r>
            <a:rPr lang="en-IN" dirty="0" err="1"/>
            <a:t>Meteo</a:t>
          </a:r>
          <a:r>
            <a:rPr lang="en-IN" dirty="0"/>
            <a:t> weather database.</a:t>
          </a:r>
        </a:p>
      </dgm:t>
    </dgm:pt>
    <dgm:pt modelId="{C3AF120F-190E-414C-9259-961E4198A04A}" type="parTrans" cxnId="{6A36DFB1-36FB-426D-B624-DB63D1F2F428}">
      <dgm:prSet/>
      <dgm:spPr/>
      <dgm:t>
        <a:bodyPr/>
        <a:lstStyle/>
        <a:p>
          <a:endParaRPr lang="en-IN"/>
        </a:p>
      </dgm:t>
    </dgm:pt>
    <dgm:pt modelId="{397CC34A-D0C5-492A-8489-6407E5B4A1EB}" type="sibTrans" cxnId="{6A36DFB1-36FB-426D-B624-DB63D1F2F428}">
      <dgm:prSet/>
      <dgm:spPr/>
      <dgm:t>
        <a:bodyPr/>
        <a:lstStyle/>
        <a:p>
          <a:endParaRPr lang="en-IN"/>
        </a:p>
      </dgm:t>
    </dgm:pt>
    <dgm:pt modelId="{0A4A67CE-5EF3-4BCA-92A3-2639666A5470}" type="pres">
      <dgm:prSet presAssocID="{8BD8000D-B3AB-42D1-A084-4FE532FDFACC}" presName="linear" presStyleCnt="0">
        <dgm:presLayoutVars>
          <dgm:animLvl val="lvl"/>
          <dgm:resizeHandles val="exact"/>
        </dgm:presLayoutVars>
      </dgm:prSet>
      <dgm:spPr/>
    </dgm:pt>
    <dgm:pt modelId="{9DE1D09E-DF31-47E5-B854-9A461CEBEA13}" type="pres">
      <dgm:prSet presAssocID="{D382DCB1-DF93-491F-BD28-CCF56E9436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E7F15B-0E02-4F93-BB8F-92415BB95580}" type="pres">
      <dgm:prSet presAssocID="{B7FF11AD-5216-4A50-B243-B8E39BDE8B98}" presName="spacer" presStyleCnt="0"/>
      <dgm:spPr/>
    </dgm:pt>
    <dgm:pt modelId="{2B8AA479-7DD2-4F5A-A779-5530F7C2EE39}" type="pres">
      <dgm:prSet presAssocID="{29030453-EA37-4751-A89B-BDBB06E27B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6319E9-0A69-4262-9EB4-154DF7CCBFE9}" type="pres">
      <dgm:prSet presAssocID="{C254BD9A-53E2-41B8-8AEF-5D558E4B71B4}" presName="spacer" presStyleCnt="0"/>
      <dgm:spPr/>
    </dgm:pt>
    <dgm:pt modelId="{C09FA96B-F331-448C-8AE3-A58CDF67802C}" type="pres">
      <dgm:prSet presAssocID="{C3E958D6-9DEC-4B93-B961-A271FB9ED7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7960DD-939C-413B-88EC-90F1E1E4378B}" type="pres">
      <dgm:prSet presAssocID="{864A9918-1DF0-4167-9EC9-FA11819C142F}" presName="spacer" presStyleCnt="0"/>
      <dgm:spPr/>
    </dgm:pt>
    <dgm:pt modelId="{CF5EF978-67FA-4855-84DB-D147F3E5634B}" type="pres">
      <dgm:prSet presAssocID="{66B625B1-7E23-4AA8-96B4-5B0B8F101C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409BA27-AB2B-44E4-B23A-98A5E9AF77FF}" type="presOf" srcId="{C3E958D6-9DEC-4B93-B961-A271FB9ED7EC}" destId="{C09FA96B-F331-448C-8AE3-A58CDF67802C}" srcOrd="0" destOrd="0" presId="urn:microsoft.com/office/officeart/2005/8/layout/vList2"/>
    <dgm:cxn modelId="{5D280E5E-8A20-4873-8CC9-1B8D8F27DA32}" type="presOf" srcId="{8BD8000D-B3AB-42D1-A084-4FE532FDFACC}" destId="{0A4A67CE-5EF3-4BCA-92A3-2639666A5470}" srcOrd="0" destOrd="0" presId="urn:microsoft.com/office/officeart/2005/8/layout/vList2"/>
    <dgm:cxn modelId="{F63A3B60-993D-49E3-B203-AEF602DB2864}" type="presOf" srcId="{D382DCB1-DF93-491F-BD28-CCF56E94362B}" destId="{9DE1D09E-DF31-47E5-B854-9A461CEBEA13}" srcOrd="0" destOrd="0" presId="urn:microsoft.com/office/officeart/2005/8/layout/vList2"/>
    <dgm:cxn modelId="{F0DED259-C4B2-4DD0-AB18-4C0DE5A94609}" srcId="{8BD8000D-B3AB-42D1-A084-4FE532FDFACC}" destId="{C3E958D6-9DEC-4B93-B961-A271FB9ED7EC}" srcOrd="2" destOrd="0" parTransId="{56223FCD-C07D-46AA-893F-BE79EE6A5998}" sibTransId="{864A9918-1DF0-4167-9EC9-FA11819C142F}"/>
    <dgm:cxn modelId="{4283958A-7C59-4710-A20B-6C4FD58D6FCE}" srcId="{8BD8000D-B3AB-42D1-A084-4FE532FDFACC}" destId="{29030453-EA37-4751-A89B-BDBB06E27B69}" srcOrd="1" destOrd="0" parTransId="{FF3FDF30-E738-49A1-B4A2-3B143335BA09}" sibTransId="{C254BD9A-53E2-41B8-8AEF-5D558E4B71B4}"/>
    <dgm:cxn modelId="{9B42DC8A-805B-4B82-8F1A-3826903146F0}" type="presOf" srcId="{29030453-EA37-4751-A89B-BDBB06E27B69}" destId="{2B8AA479-7DD2-4F5A-A779-5530F7C2EE39}" srcOrd="0" destOrd="0" presId="urn:microsoft.com/office/officeart/2005/8/layout/vList2"/>
    <dgm:cxn modelId="{41D15AA2-D81C-4D6B-9C15-9C50B6EED9DA}" srcId="{8BD8000D-B3AB-42D1-A084-4FE532FDFACC}" destId="{D382DCB1-DF93-491F-BD28-CCF56E94362B}" srcOrd="0" destOrd="0" parTransId="{953DDDFE-4CED-49FD-BBC4-0EE033351311}" sibTransId="{B7FF11AD-5216-4A50-B243-B8E39BDE8B98}"/>
    <dgm:cxn modelId="{6A36DFB1-36FB-426D-B624-DB63D1F2F428}" srcId="{8BD8000D-B3AB-42D1-A084-4FE532FDFACC}" destId="{66B625B1-7E23-4AA8-96B4-5B0B8F101CA6}" srcOrd="3" destOrd="0" parTransId="{C3AF120F-190E-414C-9259-961E4198A04A}" sibTransId="{397CC34A-D0C5-492A-8489-6407E5B4A1EB}"/>
    <dgm:cxn modelId="{EDA9E6D9-2AB4-4941-B641-8217096155ED}" type="presOf" srcId="{66B625B1-7E23-4AA8-96B4-5B0B8F101CA6}" destId="{CF5EF978-67FA-4855-84DB-D147F3E5634B}" srcOrd="0" destOrd="0" presId="urn:microsoft.com/office/officeart/2005/8/layout/vList2"/>
    <dgm:cxn modelId="{0F7E998C-6921-4AEB-AC92-9736509787B6}" type="presParOf" srcId="{0A4A67CE-5EF3-4BCA-92A3-2639666A5470}" destId="{9DE1D09E-DF31-47E5-B854-9A461CEBEA13}" srcOrd="0" destOrd="0" presId="urn:microsoft.com/office/officeart/2005/8/layout/vList2"/>
    <dgm:cxn modelId="{68EF99F2-1B6C-41DA-B128-EFB957B98E12}" type="presParOf" srcId="{0A4A67CE-5EF3-4BCA-92A3-2639666A5470}" destId="{13E7F15B-0E02-4F93-BB8F-92415BB95580}" srcOrd="1" destOrd="0" presId="urn:microsoft.com/office/officeart/2005/8/layout/vList2"/>
    <dgm:cxn modelId="{15C2B1DE-A854-48B6-85AC-91DC859E9370}" type="presParOf" srcId="{0A4A67CE-5EF3-4BCA-92A3-2639666A5470}" destId="{2B8AA479-7DD2-4F5A-A779-5530F7C2EE39}" srcOrd="2" destOrd="0" presId="urn:microsoft.com/office/officeart/2005/8/layout/vList2"/>
    <dgm:cxn modelId="{8499C09F-FE67-4395-9CE0-A46B413490E8}" type="presParOf" srcId="{0A4A67CE-5EF3-4BCA-92A3-2639666A5470}" destId="{3C6319E9-0A69-4262-9EB4-154DF7CCBFE9}" srcOrd="3" destOrd="0" presId="urn:microsoft.com/office/officeart/2005/8/layout/vList2"/>
    <dgm:cxn modelId="{15B4E26D-74C6-4805-B181-B857A87C7B08}" type="presParOf" srcId="{0A4A67CE-5EF3-4BCA-92A3-2639666A5470}" destId="{C09FA96B-F331-448C-8AE3-A58CDF67802C}" srcOrd="4" destOrd="0" presId="urn:microsoft.com/office/officeart/2005/8/layout/vList2"/>
    <dgm:cxn modelId="{7C17CB53-6C5A-4954-9E97-D52F9532B1CB}" type="presParOf" srcId="{0A4A67CE-5EF3-4BCA-92A3-2639666A5470}" destId="{577960DD-939C-413B-88EC-90F1E1E4378B}" srcOrd="5" destOrd="0" presId="urn:microsoft.com/office/officeart/2005/8/layout/vList2"/>
    <dgm:cxn modelId="{99954FA6-FFF5-484D-BB78-DB4119F06C62}" type="presParOf" srcId="{0A4A67CE-5EF3-4BCA-92A3-2639666A5470}" destId="{CF5EF978-67FA-4855-84DB-D147F3E563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DC0AF2-0127-4F49-BEA8-25DDBBBD48C7}" type="doc">
      <dgm:prSet loTypeId="urn:microsoft.com/office/officeart/2005/8/layout/chevronAccent+Icon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B5158F7-EC4C-4103-968E-64C9DBE0A6C5}">
      <dgm:prSet/>
      <dgm:spPr/>
      <dgm:t>
        <a:bodyPr/>
        <a:lstStyle/>
        <a:p>
          <a:pPr algn="l"/>
          <a:r>
            <a:rPr lang="en-IN" b="1" dirty="0"/>
            <a:t>Primary Source: </a:t>
          </a:r>
          <a:r>
            <a:rPr lang="en-IN" dirty="0"/>
            <a:t>Cricsheet.org -&gt; Granular ball-by-ball performance logs extracted directly from raw hierarchical JSON data blocks.</a:t>
          </a:r>
        </a:p>
      </dgm:t>
    </dgm:pt>
    <dgm:pt modelId="{194BA6C2-AA40-4D30-A30B-9322F8F690FA}" type="parTrans" cxnId="{2A8666BA-01EF-41E5-9223-A0558FB2DC4D}">
      <dgm:prSet/>
      <dgm:spPr/>
      <dgm:t>
        <a:bodyPr/>
        <a:lstStyle/>
        <a:p>
          <a:endParaRPr lang="en-IN"/>
        </a:p>
      </dgm:t>
    </dgm:pt>
    <dgm:pt modelId="{E2FAD518-7D6B-4B93-BBEC-BB3FCC41F5B1}" type="sibTrans" cxnId="{2A8666BA-01EF-41E5-9223-A0558FB2DC4D}">
      <dgm:prSet/>
      <dgm:spPr/>
      <dgm:t>
        <a:bodyPr/>
        <a:lstStyle/>
        <a:p>
          <a:endParaRPr lang="en-IN"/>
        </a:p>
      </dgm:t>
    </dgm:pt>
    <dgm:pt modelId="{2469D41B-488F-4DC8-A988-BDE238DAE186}">
      <dgm:prSet/>
      <dgm:spPr/>
      <dgm:t>
        <a:bodyPr/>
        <a:lstStyle/>
        <a:p>
          <a:pPr algn="l"/>
          <a:r>
            <a:rPr lang="en-IN" b="1" dirty="0"/>
            <a:t>Secondary Source: </a:t>
          </a:r>
          <a:r>
            <a:rPr lang="en-IN" dirty="0"/>
            <a:t>Open-</a:t>
          </a:r>
          <a:r>
            <a:rPr lang="en-IN" dirty="0" err="1"/>
            <a:t>Meteo</a:t>
          </a:r>
          <a:r>
            <a:rPr lang="en-IN" dirty="0"/>
            <a:t> Historical Archive API -&gt; Free, keyless chronological microclimate environment data grids.</a:t>
          </a:r>
        </a:p>
      </dgm:t>
    </dgm:pt>
    <dgm:pt modelId="{CB4C4593-086E-4F60-86CF-078B7C5CF293}" type="parTrans" cxnId="{08E114E9-AFE8-44A9-B788-97CC3F5C66C1}">
      <dgm:prSet/>
      <dgm:spPr/>
      <dgm:t>
        <a:bodyPr/>
        <a:lstStyle/>
        <a:p>
          <a:endParaRPr lang="en-IN"/>
        </a:p>
      </dgm:t>
    </dgm:pt>
    <dgm:pt modelId="{860E847A-247A-47C4-BAAA-8F9AFA060D81}" type="sibTrans" cxnId="{08E114E9-AFE8-44A9-B788-97CC3F5C66C1}">
      <dgm:prSet/>
      <dgm:spPr/>
      <dgm:t>
        <a:bodyPr/>
        <a:lstStyle/>
        <a:p>
          <a:endParaRPr lang="en-IN"/>
        </a:p>
      </dgm:t>
    </dgm:pt>
    <dgm:pt modelId="{15DDB0CC-8E8D-4180-A094-45D3283076DF}" type="pres">
      <dgm:prSet presAssocID="{96DC0AF2-0127-4F49-BEA8-25DDBBBD48C7}" presName="Name0" presStyleCnt="0">
        <dgm:presLayoutVars>
          <dgm:dir/>
          <dgm:resizeHandles val="exact"/>
        </dgm:presLayoutVars>
      </dgm:prSet>
      <dgm:spPr/>
    </dgm:pt>
    <dgm:pt modelId="{722F2B9A-1697-4223-803F-6C78C43D0567}" type="pres">
      <dgm:prSet presAssocID="{5B5158F7-EC4C-4103-968E-64C9DBE0A6C5}" presName="composite" presStyleCnt="0"/>
      <dgm:spPr/>
    </dgm:pt>
    <dgm:pt modelId="{19005162-B22C-46F9-8252-BEEB96270B03}" type="pres">
      <dgm:prSet presAssocID="{5B5158F7-EC4C-4103-968E-64C9DBE0A6C5}" presName="bgChev" presStyleLbl="node1" presStyleIdx="0" presStyleCnt="2"/>
      <dgm:spPr/>
    </dgm:pt>
    <dgm:pt modelId="{651D4F6B-8244-4CEF-847B-BB63C755016F}" type="pres">
      <dgm:prSet presAssocID="{5B5158F7-EC4C-4103-968E-64C9DBE0A6C5}" presName="txNode" presStyleLbl="fgAcc1" presStyleIdx="0" presStyleCnt="2">
        <dgm:presLayoutVars>
          <dgm:bulletEnabled val="1"/>
        </dgm:presLayoutVars>
      </dgm:prSet>
      <dgm:spPr/>
    </dgm:pt>
    <dgm:pt modelId="{9ABDFA2A-66E5-4EAD-ACF1-302857D19ED9}" type="pres">
      <dgm:prSet presAssocID="{E2FAD518-7D6B-4B93-BBEC-BB3FCC41F5B1}" presName="compositeSpace" presStyleCnt="0"/>
      <dgm:spPr/>
    </dgm:pt>
    <dgm:pt modelId="{32A642C0-2356-40B4-BF2D-5F2805BD9A97}" type="pres">
      <dgm:prSet presAssocID="{2469D41B-488F-4DC8-A988-BDE238DAE186}" presName="composite" presStyleCnt="0"/>
      <dgm:spPr/>
    </dgm:pt>
    <dgm:pt modelId="{1C751DF3-B998-4ABA-9257-080985861BE5}" type="pres">
      <dgm:prSet presAssocID="{2469D41B-488F-4DC8-A988-BDE238DAE186}" presName="bgChev" presStyleLbl="node1" presStyleIdx="1" presStyleCnt="2"/>
      <dgm:spPr/>
    </dgm:pt>
    <dgm:pt modelId="{4FB125E1-5F69-4F1C-A633-D2E1D2128AF6}" type="pres">
      <dgm:prSet presAssocID="{2469D41B-488F-4DC8-A988-BDE238DAE186}" presName="txNode" presStyleLbl="fgAcc1" presStyleIdx="1" presStyleCnt="2">
        <dgm:presLayoutVars>
          <dgm:bulletEnabled val="1"/>
        </dgm:presLayoutVars>
      </dgm:prSet>
      <dgm:spPr/>
    </dgm:pt>
  </dgm:ptLst>
  <dgm:cxnLst>
    <dgm:cxn modelId="{C0748748-A8CA-451D-B648-29289E628920}" type="presOf" srcId="{96DC0AF2-0127-4F49-BEA8-25DDBBBD48C7}" destId="{15DDB0CC-8E8D-4180-A094-45D3283076DF}" srcOrd="0" destOrd="0" presId="urn:microsoft.com/office/officeart/2005/8/layout/chevronAccent+Icon"/>
    <dgm:cxn modelId="{4192AA83-4A2B-4106-860D-24DF033CB0DD}" type="presOf" srcId="{2469D41B-488F-4DC8-A988-BDE238DAE186}" destId="{4FB125E1-5F69-4F1C-A633-D2E1D2128AF6}" srcOrd="0" destOrd="0" presId="urn:microsoft.com/office/officeart/2005/8/layout/chevronAccent+Icon"/>
    <dgm:cxn modelId="{2A8666BA-01EF-41E5-9223-A0558FB2DC4D}" srcId="{96DC0AF2-0127-4F49-BEA8-25DDBBBD48C7}" destId="{5B5158F7-EC4C-4103-968E-64C9DBE0A6C5}" srcOrd="0" destOrd="0" parTransId="{194BA6C2-AA40-4D30-A30B-9322F8F690FA}" sibTransId="{E2FAD518-7D6B-4B93-BBEC-BB3FCC41F5B1}"/>
    <dgm:cxn modelId="{B221CDBC-1A1B-4D1A-99A7-419C2FC3B013}" type="presOf" srcId="{5B5158F7-EC4C-4103-968E-64C9DBE0A6C5}" destId="{651D4F6B-8244-4CEF-847B-BB63C755016F}" srcOrd="0" destOrd="0" presId="urn:microsoft.com/office/officeart/2005/8/layout/chevronAccent+Icon"/>
    <dgm:cxn modelId="{08E114E9-AFE8-44A9-B788-97CC3F5C66C1}" srcId="{96DC0AF2-0127-4F49-BEA8-25DDBBBD48C7}" destId="{2469D41B-488F-4DC8-A988-BDE238DAE186}" srcOrd="1" destOrd="0" parTransId="{CB4C4593-086E-4F60-86CF-078B7C5CF293}" sibTransId="{860E847A-247A-47C4-BAAA-8F9AFA060D81}"/>
    <dgm:cxn modelId="{2B589B8C-F1F4-47B0-B72A-02FFAA608FE6}" type="presParOf" srcId="{15DDB0CC-8E8D-4180-A094-45D3283076DF}" destId="{722F2B9A-1697-4223-803F-6C78C43D0567}" srcOrd="0" destOrd="0" presId="urn:microsoft.com/office/officeart/2005/8/layout/chevronAccent+Icon"/>
    <dgm:cxn modelId="{7DE27FD9-E0FF-475E-B90A-2636CAA77EBE}" type="presParOf" srcId="{722F2B9A-1697-4223-803F-6C78C43D0567}" destId="{19005162-B22C-46F9-8252-BEEB96270B03}" srcOrd="0" destOrd="0" presId="urn:microsoft.com/office/officeart/2005/8/layout/chevronAccent+Icon"/>
    <dgm:cxn modelId="{B7806375-A61C-4676-96D0-4ABE26B47746}" type="presParOf" srcId="{722F2B9A-1697-4223-803F-6C78C43D0567}" destId="{651D4F6B-8244-4CEF-847B-BB63C755016F}" srcOrd="1" destOrd="0" presId="urn:microsoft.com/office/officeart/2005/8/layout/chevronAccent+Icon"/>
    <dgm:cxn modelId="{3A70981B-86AA-4402-9581-AEECC62496A1}" type="presParOf" srcId="{15DDB0CC-8E8D-4180-A094-45D3283076DF}" destId="{9ABDFA2A-66E5-4EAD-ACF1-302857D19ED9}" srcOrd="1" destOrd="0" presId="urn:microsoft.com/office/officeart/2005/8/layout/chevronAccent+Icon"/>
    <dgm:cxn modelId="{819392FD-22E6-4055-9412-6E1D14A3DE93}" type="presParOf" srcId="{15DDB0CC-8E8D-4180-A094-45D3283076DF}" destId="{32A642C0-2356-40B4-BF2D-5F2805BD9A97}" srcOrd="2" destOrd="0" presId="urn:microsoft.com/office/officeart/2005/8/layout/chevronAccent+Icon"/>
    <dgm:cxn modelId="{B664C20F-8450-4531-BD39-9962F5C8437C}" type="presParOf" srcId="{32A642C0-2356-40B4-BF2D-5F2805BD9A97}" destId="{1C751DF3-B998-4ABA-9257-080985861BE5}" srcOrd="0" destOrd="0" presId="urn:microsoft.com/office/officeart/2005/8/layout/chevronAccent+Icon"/>
    <dgm:cxn modelId="{A2A9F1C5-F6C7-467A-90B9-CBCB4DD71146}" type="presParOf" srcId="{32A642C0-2356-40B4-BF2D-5F2805BD9A97}" destId="{4FB125E1-5F69-4F1C-A633-D2E1D2128AF6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1D85BF-728D-4E6F-91D3-E3759B7C7B34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108969-2430-4E9C-B76E-E723C9FED0B4}">
      <dgm:prSet/>
      <dgm:spPr/>
      <dgm:t>
        <a:bodyPr/>
        <a:lstStyle/>
        <a:p>
          <a:pPr algn="l"/>
          <a:r>
            <a:rPr lang="en-IN" b="1" dirty="0"/>
            <a:t>Weather Non-Linearity:</a:t>
          </a:r>
          <a:r>
            <a:rPr lang="en-IN" dirty="0"/>
            <a:t> Temperature variants modify scoring rate parameters non-linearly rather than following a basic straight-line relationship.</a:t>
          </a:r>
        </a:p>
      </dgm:t>
    </dgm:pt>
    <dgm:pt modelId="{4086F5BE-B1C6-4665-AB1A-60590435E07C}" type="parTrans" cxnId="{AA9FFFF1-A401-4576-B7E8-FFA440C1E757}">
      <dgm:prSet/>
      <dgm:spPr/>
      <dgm:t>
        <a:bodyPr/>
        <a:lstStyle/>
        <a:p>
          <a:endParaRPr lang="en-IN"/>
        </a:p>
      </dgm:t>
    </dgm:pt>
    <dgm:pt modelId="{355503A2-304F-4778-9F5D-9E3B3670B461}" type="sibTrans" cxnId="{AA9FFFF1-A401-4576-B7E8-FFA440C1E757}">
      <dgm:prSet/>
      <dgm:spPr/>
      <dgm:t>
        <a:bodyPr/>
        <a:lstStyle/>
        <a:p>
          <a:endParaRPr lang="en-IN"/>
        </a:p>
      </dgm:t>
    </dgm:pt>
    <dgm:pt modelId="{DAD66AD2-70FB-4733-BE62-6B73338CDE65}">
      <dgm:prSet/>
      <dgm:spPr/>
      <dgm:t>
        <a:bodyPr/>
        <a:lstStyle/>
        <a:p>
          <a:pPr algn="l"/>
          <a:r>
            <a:rPr lang="en-IN" b="1" dirty="0"/>
            <a:t>Atmospheric Shifts: </a:t>
          </a:r>
          <a:r>
            <a:rPr lang="en-IN" dirty="0"/>
            <a:t>Relative air humidity percentage spikes significantly during second-innings evening windows compared to afternoon frames.</a:t>
          </a:r>
        </a:p>
      </dgm:t>
    </dgm:pt>
    <dgm:pt modelId="{85AB1BF4-F11A-4ED8-97D6-949A6AD104F9}" type="parTrans" cxnId="{CC3C3461-9426-47E5-9CEC-67409F3CFF14}">
      <dgm:prSet/>
      <dgm:spPr/>
      <dgm:t>
        <a:bodyPr/>
        <a:lstStyle/>
        <a:p>
          <a:endParaRPr lang="en-IN"/>
        </a:p>
      </dgm:t>
    </dgm:pt>
    <dgm:pt modelId="{25E4C9E8-A1FA-4B77-B5C4-533E9FEC485F}" type="sibTrans" cxnId="{CC3C3461-9426-47E5-9CEC-67409F3CFF14}">
      <dgm:prSet/>
      <dgm:spPr/>
      <dgm:t>
        <a:bodyPr/>
        <a:lstStyle/>
        <a:p>
          <a:endParaRPr lang="en-IN"/>
        </a:p>
      </dgm:t>
    </dgm:pt>
    <dgm:pt modelId="{2E861E9D-1A48-4F5F-8533-599444F848A8}">
      <dgm:prSet/>
      <dgm:spPr/>
      <dgm:t>
        <a:bodyPr/>
        <a:lstStyle/>
        <a:p>
          <a:pPr algn="l"/>
          <a:r>
            <a:rPr lang="en-IN" b="1" dirty="0"/>
            <a:t>Feature Correlation: </a:t>
          </a:r>
          <a:r>
            <a:rPr lang="en-IN" dirty="0"/>
            <a:t>Volumetric analysis shows that '</a:t>
          </a:r>
          <a:r>
            <a:rPr lang="en-IN" dirty="0" err="1"/>
            <a:t>overs_played</a:t>
          </a:r>
          <a:r>
            <a:rPr lang="en-IN" dirty="0"/>
            <a:t>' holds the single highest direct correlation with final team totals.</a:t>
          </a:r>
        </a:p>
      </dgm:t>
    </dgm:pt>
    <dgm:pt modelId="{443F0F14-F1BC-4C6A-9D85-EC34E5178372}" type="parTrans" cxnId="{916ACCDD-7398-45AF-9FD4-7B8F372CBF7B}">
      <dgm:prSet/>
      <dgm:spPr/>
      <dgm:t>
        <a:bodyPr/>
        <a:lstStyle/>
        <a:p>
          <a:endParaRPr lang="en-IN"/>
        </a:p>
      </dgm:t>
    </dgm:pt>
    <dgm:pt modelId="{C95400B0-674F-4239-AFD9-041EE4885DC1}" type="sibTrans" cxnId="{916ACCDD-7398-45AF-9FD4-7B8F372CBF7B}">
      <dgm:prSet/>
      <dgm:spPr/>
      <dgm:t>
        <a:bodyPr/>
        <a:lstStyle/>
        <a:p>
          <a:endParaRPr lang="en-IN"/>
        </a:p>
      </dgm:t>
    </dgm:pt>
    <dgm:pt modelId="{4F8DDE18-4F5F-461D-A5B5-12FC63066AA2}">
      <dgm:prSet/>
      <dgm:spPr/>
      <dgm:t>
        <a:bodyPr/>
        <a:lstStyle/>
        <a:p>
          <a:pPr algn="l"/>
          <a:r>
            <a:rPr lang="en-IN" b="1" dirty="0"/>
            <a:t>Core Visual Discovery: </a:t>
          </a:r>
          <a:r>
            <a:rPr lang="en-IN" dirty="0"/>
            <a:t>High evening humidity levels map to accelerated scoring speeds ONLY when teams bat second, exposing a crucial dew interaction effect.</a:t>
          </a:r>
        </a:p>
      </dgm:t>
    </dgm:pt>
    <dgm:pt modelId="{1AB41C4B-A7F0-4651-BD1D-591811175D12}" type="parTrans" cxnId="{26443EEC-B164-40CA-A4F5-943ADBA70E5F}">
      <dgm:prSet/>
      <dgm:spPr/>
      <dgm:t>
        <a:bodyPr/>
        <a:lstStyle/>
        <a:p>
          <a:endParaRPr lang="en-IN"/>
        </a:p>
      </dgm:t>
    </dgm:pt>
    <dgm:pt modelId="{6D985C7F-6B34-412A-9CAA-AE4E722A1518}" type="sibTrans" cxnId="{26443EEC-B164-40CA-A4F5-943ADBA70E5F}">
      <dgm:prSet/>
      <dgm:spPr/>
      <dgm:t>
        <a:bodyPr/>
        <a:lstStyle/>
        <a:p>
          <a:endParaRPr lang="en-IN"/>
        </a:p>
      </dgm:t>
    </dgm:pt>
    <dgm:pt modelId="{0F7A86D4-46CD-4E2D-8FF1-99D6D6C5D034}">
      <dgm:prSet/>
      <dgm:spPr/>
      <dgm:t>
        <a:bodyPr/>
        <a:lstStyle/>
        <a:p>
          <a:pPr algn="l"/>
          <a:r>
            <a:rPr lang="en-IN" b="1" dirty="0"/>
            <a:t>Distribution Patterns: </a:t>
          </a:r>
          <a:r>
            <a:rPr lang="en-IN" dirty="0"/>
            <a:t>Final scores show wide multi-modal distributions depending heavily on whether an innings faces a resource cutoff or full completion.</a:t>
          </a:r>
        </a:p>
      </dgm:t>
    </dgm:pt>
    <dgm:pt modelId="{8837C39F-34A5-402A-9254-85BB1233517D}" type="parTrans" cxnId="{89EFF70E-69A9-4664-AA00-741683C03417}">
      <dgm:prSet/>
      <dgm:spPr/>
      <dgm:t>
        <a:bodyPr/>
        <a:lstStyle/>
        <a:p>
          <a:endParaRPr lang="en-IN"/>
        </a:p>
      </dgm:t>
    </dgm:pt>
    <dgm:pt modelId="{A8590C4D-7A73-4595-8E7C-79EA85198CBE}" type="sibTrans" cxnId="{89EFF70E-69A9-4664-AA00-741683C03417}">
      <dgm:prSet/>
      <dgm:spPr/>
      <dgm:t>
        <a:bodyPr/>
        <a:lstStyle/>
        <a:p>
          <a:endParaRPr lang="en-IN"/>
        </a:p>
      </dgm:t>
    </dgm:pt>
    <dgm:pt modelId="{281140E9-14CF-46B3-938E-E1C235EF3059}" type="pres">
      <dgm:prSet presAssocID="{0B1D85BF-728D-4E6F-91D3-E3759B7C7B34}" presName="vert0" presStyleCnt="0">
        <dgm:presLayoutVars>
          <dgm:dir/>
          <dgm:animOne val="branch"/>
          <dgm:animLvl val="lvl"/>
        </dgm:presLayoutVars>
      </dgm:prSet>
      <dgm:spPr/>
    </dgm:pt>
    <dgm:pt modelId="{3DF51925-AF5B-4BFE-880A-05FD27C8B934}" type="pres">
      <dgm:prSet presAssocID="{7D108969-2430-4E9C-B76E-E723C9FED0B4}" presName="thickLine" presStyleLbl="alignNode1" presStyleIdx="0" presStyleCnt="5"/>
      <dgm:spPr/>
    </dgm:pt>
    <dgm:pt modelId="{94A9B27E-5329-44FE-955D-76781DA03B99}" type="pres">
      <dgm:prSet presAssocID="{7D108969-2430-4E9C-B76E-E723C9FED0B4}" presName="horz1" presStyleCnt="0"/>
      <dgm:spPr/>
    </dgm:pt>
    <dgm:pt modelId="{CFFE2864-C9B1-48C2-BCF7-A6D3055192A4}" type="pres">
      <dgm:prSet presAssocID="{7D108969-2430-4E9C-B76E-E723C9FED0B4}" presName="tx1" presStyleLbl="revTx" presStyleIdx="0" presStyleCnt="5"/>
      <dgm:spPr/>
    </dgm:pt>
    <dgm:pt modelId="{D7794F63-F7D9-416F-A7BF-2A65BEFBE270}" type="pres">
      <dgm:prSet presAssocID="{7D108969-2430-4E9C-B76E-E723C9FED0B4}" presName="vert1" presStyleCnt="0"/>
      <dgm:spPr/>
    </dgm:pt>
    <dgm:pt modelId="{EEA10D3A-1C7B-4D3C-87A0-4ADBF738602E}" type="pres">
      <dgm:prSet presAssocID="{DAD66AD2-70FB-4733-BE62-6B73338CDE65}" presName="thickLine" presStyleLbl="alignNode1" presStyleIdx="1" presStyleCnt="5"/>
      <dgm:spPr/>
    </dgm:pt>
    <dgm:pt modelId="{B803A9D3-AF3D-4FBF-B5A7-AE85E82E39EB}" type="pres">
      <dgm:prSet presAssocID="{DAD66AD2-70FB-4733-BE62-6B73338CDE65}" presName="horz1" presStyleCnt="0"/>
      <dgm:spPr/>
    </dgm:pt>
    <dgm:pt modelId="{1ECE61D0-59DB-4469-9426-F093F29D017A}" type="pres">
      <dgm:prSet presAssocID="{DAD66AD2-70FB-4733-BE62-6B73338CDE65}" presName="tx1" presStyleLbl="revTx" presStyleIdx="1" presStyleCnt="5"/>
      <dgm:spPr/>
    </dgm:pt>
    <dgm:pt modelId="{4AA26AAC-196B-4F11-9C07-600131E54039}" type="pres">
      <dgm:prSet presAssocID="{DAD66AD2-70FB-4733-BE62-6B73338CDE65}" presName="vert1" presStyleCnt="0"/>
      <dgm:spPr/>
    </dgm:pt>
    <dgm:pt modelId="{68AAD225-D1EC-40E2-94C8-5675DA21ACE0}" type="pres">
      <dgm:prSet presAssocID="{2E861E9D-1A48-4F5F-8533-599444F848A8}" presName="thickLine" presStyleLbl="alignNode1" presStyleIdx="2" presStyleCnt="5"/>
      <dgm:spPr/>
    </dgm:pt>
    <dgm:pt modelId="{DFDD32CE-849D-4A5B-8D9E-02B6F41D4120}" type="pres">
      <dgm:prSet presAssocID="{2E861E9D-1A48-4F5F-8533-599444F848A8}" presName="horz1" presStyleCnt="0"/>
      <dgm:spPr/>
    </dgm:pt>
    <dgm:pt modelId="{221D4CC3-8496-429F-BA0E-31FEE934F26D}" type="pres">
      <dgm:prSet presAssocID="{2E861E9D-1A48-4F5F-8533-599444F848A8}" presName="tx1" presStyleLbl="revTx" presStyleIdx="2" presStyleCnt="5"/>
      <dgm:spPr/>
    </dgm:pt>
    <dgm:pt modelId="{6227DDB7-C1E9-40CD-A2A6-7E563704AB85}" type="pres">
      <dgm:prSet presAssocID="{2E861E9D-1A48-4F5F-8533-599444F848A8}" presName="vert1" presStyleCnt="0"/>
      <dgm:spPr/>
    </dgm:pt>
    <dgm:pt modelId="{DB101FA4-B7BA-46AE-9167-C40F8E1D3674}" type="pres">
      <dgm:prSet presAssocID="{4F8DDE18-4F5F-461D-A5B5-12FC63066AA2}" presName="thickLine" presStyleLbl="alignNode1" presStyleIdx="3" presStyleCnt="5"/>
      <dgm:spPr/>
    </dgm:pt>
    <dgm:pt modelId="{9B261000-4D52-48F6-ABC0-2ECB3FF83713}" type="pres">
      <dgm:prSet presAssocID="{4F8DDE18-4F5F-461D-A5B5-12FC63066AA2}" presName="horz1" presStyleCnt="0"/>
      <dgm:spPr/>
    </dgm:pt>
    <dgm:pt modelId="{DDABC47D-C9EB-4E1D-8CDB-2A02D50A2674}" type="pres">
      <dgm:prSet presAssocID="{4F8DDE18-4F5F-461D-A5B5-12FC63066AA2}" presName="tx1" presStyleLbl="revTx" presStyleIdx="3" presStyleCnt="5"/>
      <dgm:spPr/>
    </dgm:pt>
    <dgm:pt modelId="{7B77A106-651C-45F9-884A-8F742104EEA1}" type="pres">
      <dgm:prSet presAssocID="{4F8DDE18-4F5F-461D-A5B5-12FC63066AA2}" presName="vert1" presStyleCnt="0"/>
      <dgm:spPr/>
    </dgm:pt>
    <dgm:pt modelId="{A71FC8D2-3028-4A1D-9B94-39E53D23F8A8}" type="pres">
      <dgm:prSet presAssocID="{0F7A86D4-46CD-4E2D-8FF1-99D6D6C5D034}" presName="thickLine" presStyleLbl="alignNode1" presStyleIdx="4" presStyleCnt="5"/>
      <dgm:spPr/>
    </dgm:pt>
    <dgm:pt modelId="{10AC2606-3477-4E72-A9E8-E945998624A1}" type="pres">
      <dgm:prSet presAssocID="{0F7A86D4-46CD-4E2D-8FF1-99D6D6C5D034}" presName="horz1" presStyleCnt="0"/>
      <dgm:spPr/>
    </dgm:pt>
    <dgm:pt modelId="{F7C4BD7B-80F3-4A50-B864-8622F4EBF5D3}" type="pres">
      <dgm:prSet presAssocID="{0F7A86D4-46CD-4E2D-8FF1-99D6D6C5D034}" presName="tx1" presStyleLbl="revTx" presStyleIdx="4" presStyleCnt="5"/>
      <dgm:spPr/>
    </dgm:pt>
    <dgm:pt modelId="{E7C6089A-D358-431F-8273-3C4C5AE2F3C5}" type="pres">
      <dgm:prSet presAssocID="{0F7A86D4-46CD-4E2D-8FF1-99D6D6C5D034}" presName="vert1" presStyleCnt="0"/>
      <dgm:spPr/>
    </dgm:pt>
  </dgm:ptLst>
  <dgm:cxnLst>
    <dgm:cxn modelId="{95BC2E08-E6E0-4BA3-8B0A-F2481D2CC3D1}" type="presOf" srcId="{0F7A86D4-46CD-4E2D-8FF1-99D6D6C5D034}" destId="{F7C4BD7B-80F3-4A50-B864-8622F4EBF5D3}" srcOrd="0" destOrd="0" presId="urn:microsoft.com/office/officeart/2008/layout/LinedList"/>
    <dgm:cxn modelId="{89EFF70E-69A9-4664-AA00-741683C03417}" srcId="{0B1D85BF-728D-4E6F-91D3-E3759B7C7B34}" destId="{0F7A86D4-46CD-4E2D-8FF1-99D6D6C5D034}" srcOrd="4" destOrd="0" parTransId="{8837C39F-34A5-402A-9254-85BB1233517D}" sibTransId="{A8590C4D-7A73-4595-8E7C-79EA85198CBE}"/>
    <dgm:cxn modelId="{23F4CF34-CFE7-439F-B2D7-C8235491A18A}" type="presOf" srcId="{4F8DDE18-4F5F-461D-A5B5-12FC63066AA2}" destId="{DDABC47D-C9EB-4E1D-8CDB-2A02D50A2674}" srcOrd="0" destOrd="0" presId="urn:microsoft.com/office/officeart/2008/layout/LinedList"/>
    <dgm:cxn modelId="{CC3C3461-9426-47E5-9CEC-67409F3CFF14}" srcId="{0B1D85BF-728D-4E6F-91D3-E3759B7C7B34}" destId="{DAD66AD2-70FB-4733-BE62-6B73338CDE65}" srcOrd="1" destOrd="0" parTransId="{85AB1BF4-F11A-4ED8-97D6-949A6AD104F9}" sibTransId="{25E4C9E8-A1FA-4B77-B5C4-533E9FEC485F}"/>
    <dgm:cxn modelId="{474D236A-4F7F-4A1B-846A-C73241262634}" type="presOf" srcId="{0B1D85BF-728D-4E6F-91D3-E3759B7C7B34}" destId="{281140E9-14CF-46B3-938E-E1C235EF3059}" srcOrd="0" destOrd="0" presId="urn:microsoft.com/office/officeart/2008/layout/LinedList"/>
    <dgm:cxn modelId="{16AA0986-439E-45DC-8677-CBF89EBF8571}" type="presOf" srcId="{2E861E9D-1A48-4F5F-8533-599444F848A8}" destId="{221D4CC3-8496-429F-BA0E-31FEE934F26D}" srcOrd="0" destOrd="0" presId="urn:microsoft.com/office/officeart/2008/layout/LinedList"/>
    <dgm:cxn modelId="{0B4C18D0-6F98-41DF-8198-508F4090F54F}" type="presOf" srcId="{DAD66AD2-70FB-4733-BE62-6B73338CDE65}" destId="{1ECE61D0-59DB-4469-9426-F093F29D017A}" srcOrd="0" destOrd="0" presId="urn:microsoft.com/office/officeart/2008/layout/LinedList"/>
    <dgm:cxn modelId="{916ACCDD-7398-45AF-9FD4-7B8F372CBF7B}" srcId="{0B1D85BF-728D-4E6F-91D3-E3759B7C7B34}" destId="{2E861E9D-1A48-4F5F-8533-599444F848A8}" srcOrd="2" destOrd="0" parTransId="{443F0F14-F1BC-4C6A-9D85-EC34E5178372}" sibTransId="{C95400B0-674F-4239-AFD9-041EE4885DC1}"/>
    <dgm:cxn modelId="{26443EEC-B164-40CA-A4F5-943ADBA70E5F}" srcId="{0B1D85BF-728D-4E6F-91D3-E3759B7C7B34}" destId="{4F8DDE18-4F5F-461D-A5B5-12FC63066AA2}" srcOrd="3" destOrd="0" parTransId="{1AB41C4B-A7F0-4651-BD1D-591811175D12}" sibTransId="{6D985C7F-6B34-412A-9CAA-AE4E722A1518}"/>
    <dgm:cxn modelId="{AA9FFFF1-A401-4576-B7E8-FFA440C1E757}" srcId="{0B1D85BF-728D-4E6F-91D3-E3759B7C7B34}" destId="{7D108969-2430-4E9C-B76E-E723C9FED0B4}" srcOrd="0" destOrd="0" parTransId="{4086F5BE-B1C6-4665-AB1A-60590435E07C}" sibTransId="{355503A2-304F-4778-9F5D-9E3B3670B461}"/>
    <dgm:cxn modelId="{E83CEEF2-D0F9-4EF5-B544-2947CA53B224}" type="presOf" srcId="{7D108969-2430-4E9C-B76E-E723C9FED0B4}" destId="{CFFE2864-C9B1-48C2-BCF7-A6D3055192A4}" srcOrd="0" destOrd="0" presId="urn:microsoft.com/office/officeart/2008/layout/LinedList"/>
    <dgm:cxn modelId="{07E362B2-EE88-432A-9BE7-3EBBD0E854D6}" type="presParOf" srcId="{281140E9-14CF-46B3-938E-E1C235EF3059}" destId="{3DF51925-AF5B-4BFE-880A-05FD27C8B934}" srcOrd="0" destOrd="0" presId="urn:microsoft.com/office/officeart/2008/layout/LinedList"/>
    <dgm:cxn modelId="{73D2D419-38EB-469D-B81B-48A5C3EE42E0}" type="presParOf" srcId="{281140E9-14CF-46B3-938E-E1C235EF3059}" destId="{94A9B27E-5329-44FE-955D-76781DA03B99}" srcOrd="1" destOrd="0" presId="urn:microsoft.com/office/officeart/2008/layout/LinedList"/>
    <dgm:cxn modelId="{43C9DCE3-D04D-4853-AA9C-30C1DAE100A9}" type="presParOf" srcId="{94A9B27E-5329-44FE-955D-76781DA03B99}" destId="{CFFE2864-C9B1-48C2-BCF7-A6D3055192A4}" srcOrd="0" destOrd="0" presId="urn:microsoft.com/office/officeart/2008/layout/LinedList"/>
    <dgm:cxn modelId="{89C0F84B-693C-4908-8FAC-149628F65930}" type="presParOf" srcId="{94A9B27E-5329-44FE-955D-76781DA03B99}" destId="{D7794F63-F7D9-416F-A7BF-2A65BEFBE270}" srcOrd="1" destOrd="0" presId="urn:microsoft.com/office/officeart/2008/layout/LinedList"/>
    <dgm:cxn modelId="{FB567FB3-FD67-409C-8CE4-F22F6A20AFB3}" type="presParOf" srcId="{281140E9-14CF-46B3-938E-E1C235EF3059}" destId="{EEA10D3A-1C7B-4D3C-87A0-4ADBF738602E}" srcOrd="2" destOrd="0" presId="urn:microsoft.com/office/officeart/2008/layout/LinedList"/>
    <dgm:cxn modelId="{FCFC0884-F9BB-4041-967A-1B1701D516F0}" type="presParOf" srcId="{281140E9-14CF-46B3-938E-E1C235EF3059}" destId="{B803A9D3-AF3D-4FBF-B5A7-AE85E82E39EB}" srcOrd="3" destOrd="0" presId="urn:microsoft.com/office/officeart/2008/layout/LinedList"/>
    <dgm:cxn modelId="{5A6DA264-E1B7-40F5-B010-015844BFABF7}" type="presParOf" srcId="{B803A9D3-AF3D-4FBF-B5A7-AE85E82E39EB}" destId="{1ECE61D0-59DB-4469-9426-F093F29D017A}" srcOrd="0" destOrd="0" presId="urn:microsoft.com/office/officeart/2008/layout/LinedList"/>
    <dgm:cxn modelId="{3E2EE2AF-0AB9-44DD-808B-429076826C7C}" type="presParOf" srcId="{B803A9D3-AF3D-4FBF-B5A7-AE85E82E39EB}" destId="{4AA26AAC-196B-4F11-9C07-600131E54039}" srcOrd="1" destOrd="0" presId="urn:microsoft.com/office/officeart/2008/layout/LinedList"/>
    <dgm:cxn modelId="{1D3E5BDD-2179-4C01-B205-A30BCD068EE9}" type="presParOf" srcId="{281140E9-14CF-46B3-938E-E1C235EF3059}" destId="{68AAD225-D1EC-40E2-94C8-5675DA21ACE0}" srcOrd="4" destOrd="0" presId="urn:microsoft.com/office/officeart/2008/layout/LinedList"/>
    <dgm:cxn modelId="{C69AF92B-555D-4A9E-A302-91DED8D5B06E}" type="presParOf" srcId="{281140E9-14CF-46B3-938E-E1C235EF3059}" destId="{DFDD32CE-849D-4A5B-8D9E-02B6F41D4120}" srcOrd="5" destOrd="0" presId="urn:microsoft.com/office/officeart/2008/layout/LinedList"/>
    <dgm:cxn modelId="{FD776A9A-216C-4D26-92D6-1B56A3AEE861}" type="presParOf" srcId="{DFDD32CE-849D-4A5B-8D9E-02B6F41D4120}" destId="{221D4CC3-8496-429F-BA0E-31FEE934F26D}" srcOrd="0" destOrd="0" presId="urn:microsoft.com/office/officeart/2008/layout/LinedList"/>
    <dgm:cxn modelId="{965F16BF-287F-4D3C-88A5-8E95FA07DDCC}" type="presParOf" srcId="{DFDD32CE-849D-4A5B-8D9E-02B6F41D4120}" destId="{6227DDB7-C1E9-40CD-A2A6-7E563704AB85}" srcOrd="1" destOrd="0" presId="urn:microsoft.com/office/officeart/2008/layout/LinedList"/>
    <dgm:cxn modelId="{C68D26D6-DA4D-4238-83A9-1ABDDC723613}" type="presParOf" srcId="{281140E9-14CF-46B3-938E-E1C235EF3059}" destId="{DB101FA4-B7BA-46AE-9167-C40F8E1D3674}" srcOrd="6" destOrd="0" presId="urn:microsoft.com/office/officeart/2008/layout/LinedList"/>
    <dgm:cxn modelId="{2BD9967F-ECCE-4C7D-A489-FA16C41D259A}" type="presParOf" srcId="{281140E9-14CF-46B3-938E-E1C235EF3059}" destId="{9B261000-4D52-48F6-ABC0-2ECB3FF83713}" srcOrd="7" destOrd="0" presId="urn:microsoft.com/office/officeart/2008/layout/LinedList"/>
    <dgm:cxn modelId="{693BDBDD-E000-484A-B83F-84254504A73B}" type="presParOf" srcId="{9B261000-4D52-48F6-ABC0-2ECB3FF83713}" destId="{DDABC47D-C9EB-4E1D-8CDB-2A02D50A2674}" srcOrd="0" destOrd="0" presId="urn:microsoft.com/office/officeart/2008/layout/LinedList"/>
    <dgm:cxn modelId="{207C4D2B-BB02-43EC-8A49-959EC8550A62}" type="presParOf" srcId="{9B261000-4D52-48F6-ABC0-2ECB3FF83713}" destId="{7B77A106-651C-45F9-884A-8F742104EEA1}" srcOrd="1" destOrd="0" presId="urn:microsoft.com/office/officeart/2008/layout/LinedList"/>
    <dgm:cxn modelId="{99992E95-5A81-4DF3-A35B-7587BB736573}" type="presParOf" srcId="{281140E9-14CF-46B3-938E-E1C235EF3059}" destId="{A71FC8D2-3028-4A1D-9B94-39E53D23F8A8}" srcOrd="8" destOrd="0" presId="urn:microsoft.com/office/officeart/2008/layout/LinedList"/>
    <dgm:cxn modelId="{42FE76B7-2F88-4678-A9F3-9B06AB75895E}" type="presParOf" srcId="{281140E9-14CF-46B3-938E-E1C235EF3059}" destId="{10AC2606-3477-4E72-A9E8-E945998624A1}" srcOrd="9" destOrd="0" presId="urn:microsoft.com/office/officeart/2008/layout/LinedList"/>
    <dgm:cxn modelId="{B382A83E-C011-41F9-A703-E83DBBAB1E35}" type="presParOf" srcId="{10AC2606-3477-4E72-A9E8-E945998624A1}" destId="{F7C4BD7B-80F3-4A50-B864-8622F4EBF5D3}" srcOrd="0" destOrd="0" presId="urn:microsoft.com/office/officeart/2008/layout/LinedList"/>
    <dgm:cxn modelId="{1A56AC0F-09F4-47FF-9323-9A0511D9D758}" type="presParOf" srcId="{10AC2606-3477-4E72-A9E8-E945998624A1}" destId="{E7C6089A-D358-431F-8273-3C4C5AE2F3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698262-7509-442C-8447-3FC250A08BEA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4EEBF30-A045-4612-874A-AD94A883B2F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Shortened Run Chase Confounding Factor: </a:t>
          </a:r>
          <a:r>
            <a:rPr lang="en-IN"/>
            <a:t>Teams batting second adjust intent or finish early upon hitting targets, causing misleading score dips.</a:t>
          </a:r>
        </a:p>
      </dgm:t>
    </dgm:pt>
    <dgm:pt modelId="{BE6F948E-B058-427F-87A1-C1F7704AD6ED}" type="parTrans" cxnId="{E92150A2-5BCD-4CEF-9B7A-D96B421BBB75}">
      <dgm:prSet/>
      <dgm:spPr/>
      <dgm:t>
        <a:bodyPr/>
        <a:lstStyle/>
        <a:p>
          <a:endParaRPr lang="en-IN"/>
        </a:p>
      </dgm:t>
    </dgm:pt>
    <dgm:pt modelId="{532745D9-1490-4C9B-9A50-802E9327662B}" type="sibTrans" cxnId="{E92150A2-5BCD-4CEF-9B7A-D96B421BBB75}">
      <dgm:prSet/>
      <dgm:spPr/>
      <dgm:t>
        <a:bodyPr/>
        <a:lstStyle/>
        <a:p>
          <a:endParaRPr lang="en-IN"/>
        </a:p>
      </dgm:t>
    </dgm:pt>
    <dgm:pt modelId="{D3F5AD24-3660-400B-B221-A1234361FA4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Exact Evaluated Feature Vector List:</a:t>
          </a:r>
          <a:r>
            <a:rPr lang="en-IN"/>
            <a:t> temperature_c, humidity_pct, rain_48hr_mm, overs_played, and team_avg_run_rate.</a:t>
          </a:r>
        </a:p>
      </dgm:t>
    </dgm:pt>
    <dgm:pt modelId="{39D2EECC-8458-447E-937C-D68EF4E937EC}" type="parTrans" cxnId="{0FFC6130-00AD-48E1-8628-9C3D6D4DF392}">
      <dgm:prSet/>
      <dgm:spPr/>
      <dgm:t>
        <a:bodyPr/>
        <a:lstStyle/>
        <a:p>
          <a:endParaRPr lang="en-IN"/>
        </a:p>
      </dgm:t>
    </dgm:pt>
    <dgm:pt modelId="{61AB7894-65FB-4FB3-9C80-9A41BAC164D8}" type="sibTrans" cxnId="{0FFC6130-00AD-48E1-8628-9C3D6D4DF392}">
      <dgm:prSet/>
      <dgm:spPr/>
      <dgm:t>
        <a:bodyPr/>
        <a:lstStyle/>
        <a:p>
          <a:endParaRPr lang="en-IN"/>
        </a:p>
      </dgm:t>
    </dgm:pt>
    <dgm:pt modelId="{5CCFCD7A-CA6F-4CB5-A026-450B292AA59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Team Quality Anchor Rationale: </a:t>
          </a:r>
          <a:r>
            <a:rPr lang="en-IN"/>
            <a:t>Including team_avg_run_rate grounds the model in core team strength, allowing climate attributes to serve as fine-tuning modifiers.</a:t>
          </a:r>
        </a:p>
      </dgm:t>
    </dgm:pt>
    <dgm:pt modelId="{386DB8D6-1A1F-4E0C-867F-D80D5FADDB89}" type="parTrans" cxnId="{CFBF8AE8-B77D-47A6-A035-2F0B5A302406}">
      <dgm:prSet/>
      <dgm:spPr/>
      <dgm:t>
        <a:bodyPr/>
        <a:lstStyle/>
        <a:p>
          <a:endParaRPr lang="en-IN"/>
        </a:p>
      </dgm:t>
    </dgm:pt>
    <dgm:pt modelId="{D3241D6B-6962-4F02-9F31-6B7A19C0D6AE}" type="sibTrans" cxnId="{CFBF8AE8-B77D-47A6-A035-2F0B5A302406}">
      <dgm:prSet/>
      <dgm:spPr/>
      <dgm:t>
        <a:bodyPr/>
        <a:lstStyle/>
        <a:p>
          <a:endParaRPr lang="en-IN"/>
        </a:p>
      </dgm:t>
    </dgm:pt>
    <dgm:pt modelId="{7D1455FA-867B-42C1-BC1B-35EBFDF0455F}" type="pres">
      <dgm:prSet presAssocID="{38698262-7509-442C-8447-3FC250A08BEA}" presName="root" presStyleCnt="0">
        <dgm:presLayoutVars>
          <dgm:dir/>
          <dgm:resizeHandles val="exact"/>
        </dgm:presLayoutVars>
      </dgm:prSet>
      <dgm:spPr/>
    </dgm:pt>
    <dgm:pt modelId="{EC816084-10DE-4BE7-BD84-0042D1FA5C90}" type="pres">
      <dgm:prSet presAssocID="{04EEBF30-A045-4612-874A-AD94A883B2FB}" presName="compNode" presStyleCnt="0"/>
      <dgm:spPr/>
    </dgm:pt>
    <dgm:pt modelId="{CD4F38AF-DFC1-4269-B0B7-768BD3371DA6}" type="pres">
      <dgm:prSet presAssocID="{04EEBF30-A045-4612-874A-AD94A883B2FB}" presName="bgRect" presStyleLbl="bgShp" presStyleIdx="0" presStyleCnt="3"/>
      <dgm:spPr/>
    </dgm:pt>
    <dgm:pt modelId="{7AD15C0A-3BE6-465B-A0D0-267BAB74F7C3}" type="pres">
      <dgm:prSet presAssocID="{04EEBF30-A045-4612-874A-AD94A883B2F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BA2003A-9BDA-49F3-AB7D-ECD795A9797D}" type="pres">
      <dgm:prSet presAssocID="{04EEBF30-A045-4612-874A-AD94A883B2FB}" presName="spaceRect" presStyleCnt="0"/>
      <dgm:spPr/>
    </dgm:pt>
    <dgm:pt modelId="{B8F13644-88AE-41F3-AF5D-17C1473F32B8}" type="pres">
      <dgm:prSet presAssocID="{04EEBF30-A045-4612-874A-AD94A883B2FB}" presName="parTx" presStyleLbl="revTx" presStyleIdx="0" presStyleCnt="3">
        <dgm:presLayoutVars>
          <dgm:chMax val="0"/>
          <dgm:chPref val="0"/>
        </dgm:presLayoutVars>
      </dgm:prSet>
      <dgm:spPr/>
    </dgm:pt>
    <dgm:pt modelId="{C1033E9C-55ED-4F79-9F39-CEEAE8D1273D}" type="pres">
      <dgm:prSet presAssocID="{532745D9-1490-4C9B-9A50-802E9327662B}" presName="sibTrans" presStyleCnt="0"/>
      <dgm:spPr/>
    </dgm:pt>
    <dgm:pt modelId="{3921BC26-CB4E-4EFD-8A26-603C7AB313C4}" type="pres">
      <dgm:prSet presAssocID="{D3F5AD24-3660-400B-B221-A1234361FA44}" presName="compNode" presStyleCnt="0"/>
      <dgm:spPr/>
    </dgm:pt>
    <dgm:pt modelId="{04C5138F-C10B-4CFA-8B7D-C1C673B514C2}" type="pres">
      <dgm:prSet presAssocID="{D3F5AD24-3660-400B-B221-A1234361FA44}" presName="bgRect" presStyleLbl="bgShp" presStyleIdx="1" presStyleCnt="3"/>
      <dgm:spPr/>
    </dgm:pt>
    <dgm:pt modelId="{44914A17-B0B3-4A01-800F-FA51DE39FB65}" type="pres">
      <dgm:prSet presAssocID="{D3F5AD24-3660-400B-B221-A1234361FA4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09CB2393-4255-4050-AB5C-360FC1DCB2C4}" type="pres">
      <dgm:prSet presAssocID="{D3F5AD24-3660-400B-B221-A1234361FA44}" presName="spaceRect" presStyleCnt="0"/>
      <dgm:spPr/>
    </dgm:pt>
    <dgm:pt modelId="{C4B37533-9B8F-4ACF-B45A-70D54A944A08}" type="pres">
      <dgm:prSet presAssocID="{D3F5AD24-3660-400B-B221-A1234361FA44}" presName="parTx" presStyleLbl="revTx" presStyleIdx="1" presStyleCnt="3">
        <dgm:presLayoutVars>
          <dgm:chMax val="0"/>
          <dgm:chPref val="0"/>
        </dgm:presLayoutVars>
      </dgm:prSet>
      <dgm:spPr/>
    </dgm:pt>
    <dgm:pt modelId="{54667C6B-28B5-4C4A-B96E-D2A4E04D0B76}" type="pres">
      <dgm:prSet presAssocID="{61AB7894-65FB-4FB3-9C80-9A41BAC164D8}" presName="sibTrans" presStyleCnt="0"/>
      <dgm:spPr/>
    </dgm:pt>
    <dgm:pt modelId="{901960D1-A72C-490D-A3D7-DF1EFC06E5B9}" type="pres">
      <dgm:prSet presAssocID="{5CCFCD7A-CA6F-4CB5-A026-450B292AA59A}" presName="compNode" presStyleCnt="0"/>
      <dgm:spPr/>
    </dgm:pt>
    <dgm:pt modelId="{7C9CB5DF-A057-4E2B-92A2-866BFC4C608A}" type="pres">
      <dgm:prSet presAssocID="{5CCFCD7A-CA6F-4CB5-A026-450B292AA59A}" presName="bgRect" presStyleLbl="bgShp" presStyleIdx="2" presStyleCnt="3"/>
      <dgm:spPr/>
    </dgm:pt>
    <dgm:pt modelId="{5F155C3A-534E-47B0-84E5-9A551E7B82EB}" type="pres">
      <dgm:prSet presAssocID="{5CCFCD7A-CA6F-4CB5-A026-450B292AA5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C1A88BF8-7D68-4EAA-96B4-7BAEBA72C09B}" type="pres">
      <dgm:prSet presAssocID="{5CCFCD7A-CA6F-4CB5-A026-450B292AA59A}" presName="spaceRect" presStyleCnt="0"/>
      <dgm:spPr/>
    </dgm:pt>
    <dgm:pt modelId="{F3E25735-B3A8-4477-B15B-7E22982D69DE}" type="pres">
      <dgm:prSet presAssocID="{5CCFCD7A-CA6F-4CB5-A026-450B292AA59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FC6130-00AD-48E1-8628-9C3D6D4DF392}" srcId="{38698262-7509-442C-8447-3FC250A08BEA}" destId="{D3F5AD24-3660-400B-B221-A1234361FA44}" srcOrd="1" destOrd="0" parTransId="{39D2EECC-8458-447E-937C-D68EF4E937EC}" sibTransId="{61AB7894-65FB-4FB3-9C80-9A41BAC164D8}"/>
    <dgm:cxn modelId="{2F24A969-99A0-4807-86C4-0D32DF56A8C5}" type="presOf" srcId="{38698262-7509-442C-8447-3FC250A08BEA}" destId="{7D1455FA-867B-42C1-BC1B-35EBFDF0455F}" srcOrd="0" destOrd="0" presId="urn:microsoft.com/office/officeart/2018/2/layout/IconVerticalSolidList"/>
    <dgm:cxn modelId="{79C86973-7C3E-474C-8293-9BB450C77AEE}" type="presOf" srcId="{04EEBF30-A045-4612-874A-AD94A883B2FB}" destId="{B8F13644-88AE-41F3-AF5D-17C1473F32B8}" srcOrd="0" destOrd="0" presId="urn:microsoft.com/office/officeart/2018/2/layout/IconVerticalSolidList"/>
    <dgm:cxn modelId="{E92150A2-5BCD-4CEF-9B7A-D96B421BBB75}" srcId="{38698262-7509-442C-8447-3FC250A08BEA}" destId="{04EEBF30-A045-4612-874A-AD94A883B2FB}" srcOrd="0" destOrd="0" parTransId="{BE6F948E-B058-427F-87A1-C1F7704AD6ED}" sibTransId="{532745D9-1490-4C9B-9A50-802E9327662B}"/>
    <dgm:cxn modelId="{0FBC94B0-FF36-47D8-BA52-C3FAB7FA923B}" type="presOf" srcId="{D3F5AD24-3660-400B-B221-A1234361FA44}" destId="{C4B37533-9B8F-4ACF-B45A-70D54A944A08}" srcOrd="0" destOrd="0" presId="urn:microsoft.com/office/officeart/2018/2/layout/IconVerticalSolidList"/>
    <dgm:cxn modelId="{A725B2CA-E202-47DB-8A2D-359016FEF174}" type="presOf" srcId="{5CCFCD7A-CA6F-4CB5-A026-450B292AA59A}" destId="{F3E25735-B3A8-4477-B15B-7E22982D69DE}" srcOrd="0" destOrd="0" presId="urn:microsoft.com/office/officeart/2018/2/layout/IconVerticalSolidList"/>
    <dgm:cxn modelId="{CFBF8AE8-B77D-47A6-A035-2F0B5A302406}" srcId="{38698262-7509-442C-8447-3FC250A08BEA}" destId="{5CCFCD7A-CA6F-4CB5-A026-450B292AA59A}" srcOrd="2" destOrd="0" parTransId="{386DB8D6-1A1F-4E0C-867F-D80D5FADDB89}" sibTransId="{D3241D6B-6962-4F02-9F31-6B7A19C0D6AE}"/>
    <dgm:cxn modelId="{E8D4310A-EF49-46F1-8B68-8E6E71FA1444}" type="presParOf" srcId="{7D1455FA-867B-42C1-BC1B-35EBFDF0455F}" destId="{EC816084-10DE-4BE7-BD84-0042D1FA5C90}" srcOrd="0" destOrd="0" presId="urn:microsoft.com/office/officeart/2018/2/layout/IconVerticalSolidList"/>
    <dgm:cxn modelId="{EA6360C4-CB76-4700-9F44-7AE9BA1BE250}" type="presParOf" srcId="{EC816084-10DE-4BE7-BD84-0042D1FA5C90}" destId="{CD4F38AF-DFC1-4269-B0B7-768BD3371DA6}" srcOrd="0" destOrd="0" presId="urn:microsoft.com/office/officeart/2018/2/layout/IconVerticalSolidList"/>
    <dgm:cxn modelId="{BFFFE649-196C-409F-8D00-D5F4CF0BE7F9}" type="presParOf" srcId="{EC816084-10DE-4BE7-BD84-0042D1FA5C90}" destId="{7AD15C0A-3BE6-465B-A0D0-267BAB74F7C3}" srcOrd="1" destOrd="0" presId="urn:microsoft.com/office/officeart/2018/2/layout/IconVerticalSolidList"/>
    <dgm:cxn modelId="{7A866D2E-4E76-4B8E-BA5D-0B81B91BB33A}" type="presParOf" srcId="{EC816084-10DE-4BE7-BD84-0042D1FA5C90}" destId="{7BA2003A-9BDA-49F3-AB7D-ECD795A9797D}" srcOrd="2" destOrd="0" presId="urn:microsoft.com/office/officeart/2018/2/layout/IconVerticalSolidList"/>
    <dgm:cxn modelId="{A92A374C-F595-44C0-A5C3-665703B4C0E2}" type="presParOf" srcId="{EC816084-10DE-4BE7-BD84-0042D1FA5C90}" destId="{B8F13644-88AE-41F3-AF5D-17C1473F32B8}" srcOrd="3" destOrd="0" presId="urn:microsoft.com/office/officeart/2018/2/layout/IconVerticalSolidList"/>
    <dgm:cxn modelId="{0DF35B71-AF61-44B1-9E53-9AEED5AB2215}" type="presParOf" srcId="{7D1455FA-867B-42C1-BC1B-35EBFDF0455F}" destId="{C1033E9C-55ED-4F79-9F39-CEEAE8D1273D}" srcOrd="1" destOrd="0" presId="urn:microsoft.com/office/officeart/2018/2/layout/IconVerticalSolidList"/>
    <dgm:cxn modelId="{CE782ADD-DF7F-41B6-8679-35450C5DEF23}" type="presParOf" srcId="{7D1455FA-867B-42C1-BC1B-35EBFDF0455F}" destId="{3921BC26-CB4E-4EFD-8A26-603C7AB313C4}" srcOrd="2" destOrd="0" presId="urn:microsoft.com/office/officeart/2018/2/layout/IconVerticalSolidList"/>
    <dgm:cxn modelId="{5F6639B4-E202-49A6-AF5B-0CE093CEFAE6}" type="presParOf" srcId="{3921BC26-CB4E-4EFD-8A26-603C7AB313C4}" destId="{04C5138F-C10B-4CFA-8B7D-C1C673B514C2}" srcOrd="0" destOrd="0" presId="urn:microsoft.com/office/officeart/2018/2/layout/IconVerticalSolidList"/>
    <dgm:cxn modelId="{4EA4AEC1-0842-4A5A-A87B-69A7AFAA3772}" type="presParOf" srcId="{3921BC26-CB4E-4EFD-8A26-603C7AB313C4}" destId="{44914A17-B0B3-4A01-800F-FA51DE39FB65}" srcOrd="1" destOrd="0" presId="urn:microsoft.com/office/officeart/2018/2/layout/IconVerticalSolidList"/>
    <dgm:cxn modelId="{4EF01AD9-982E-40E3-9991-7463708AF2E8}" type="presParOf" srcId="{3921BC26-CB4E-4EFD-8A26-603C7AB313C4}" destId="{09CB2393-4255-4050-AB5C-360FC1DCB2C4}" srcOrd="2" destOrd="0" presId="urn:microsoft.com/office/officeart/2018/2/layout/IconVerticalSolidList"/>
    <dgm:cxn modelId="{CCBE6EFB-35BC-4835-9338-C32B4A70461E}" type="presParOf" srcId="{3921BC26-CB4E-4EFD-8A26-603C7AB313C4}" destId="{C4B37533-9B8F-4ACF-B45A-70D54A944A08}" srcOrd="3" destOrd="0" presId="urn:microsoft.com/office/officeart/2018/2/layout/IconVerticalSolidList"/>
    <dgm:cxn modelId="{C5D3DF45-ED9E-46B1-B9CC-749FFDB196B2}" type="presParOf" srcId="{7D1455FA-867B-42C1-BC1B-35EBFDF0455F}" destId="{54667C6B-28B5-4C4A-B96E-D2A4E04D0B76}" srcOrd="3" destOrd="0" presId="urn:microsoft.com/office/officeart/2018/2/layout/IconVerticalSolidList"/>
    <dgm:cxn modelId="{9A8845A3-4BE7-4780-82E5-3F818ECFF5AE}" type="presParOf" srcId="{7D1455FA-867B-42C1-BC1B-35EBFDF0455F}" destId="{901960D1-A72C-490D-A3D7-DF1EFC06E5B9}" srcOrd="4" destOrd="0" presId="urn:microsoft.com/office/officeart/2018/2/layout/IconVerticalSolidList"/>
    <dgm:cxn modelId="{A43FD37B-16F2-42AC-A239-313042CB97CC}" type="presParOf" srcId="{901960D1-A72C-490D-A3D7-DF1EFC06E5B9}" destId="{7C9CB5DF-A057-4E2B-92A2-866BFC4C608A}" srcOrd="0" destOrd="0" presId="urn:microsoft.com/office/officeart/2018/2/layout/IconVerticalSolidList"/>
    <dgm:cxn modelId="{5BB757D7-C605-4BC4-9F71-0ABF73501432}" type="presParOf" srcId="{901960D1-A72C-490D-A3D7-DF1EFC06E5B9}" destId="{5F155C3A-534E-47B0-84E5-9A551E7B82EB}" srcOrd="1" destOrd="0" presId="urn:microsoft.com/office/officeart/2018/2/layout/IconVerticalSolidList"/>
    <dgm:cxn modelId="{ADA919A1-CD0B-4BBB-9497-966F1D1D96FE}" type="presParOf" srcId="{901960D1-A72C-490D-A3D7-DF1EFC06E5B9}" destId="{C1A88BF8-7D68-4EAA-96B4-7BAEBA72C09B}" srcOrd="2" destOrd="0" presId="urn:microsoft.com/office/officeart/2018/2/layout/IconVerticalSolidList"/>
    <dgm:cxn modelId="{148EB2F4-38CB-4766-B82C-A2FA465569A8}" type="presParOf" srcId="{901960D1-A72C-490D-A3D7-DF1EFC06E5B9}" destId="{F3E25735-B3A8-4477-B15B-7E22982D69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65BBBC-B633-497F-9212-CD1B096AA744}" type="doc">
      <dgm:prSet loTypeId="urn:microsoft.com/office/officeart/2018/2/layout/IconLabel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F8AB2A1-78CB-488D-AC2A-159F0D4AD2D5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IN" b="1" dirty="0"/>
            <a:t>Missing Value Protocol: </a:t>
          </a:r>
          <a:r>
            <a:rPr lang="en-IN" dirty="0"/>
            <a:t>Incomplete observations or coordinate lookup failures were handled by removing rows entirely to protect feature space.</a:t>
          </a:r>
        </a:p>
        <a:p>
          <a:pPr algn="l">
            <a:lnSpc>
              <a:spcPct val="100000"/>
            </a:lnSpc>
          </a:pPr>
          <a:r>
            <a:rPr lang="en-IN" b="1" dirty="0"/>
            <a:t>    What We Dropped:</a:t>
          </a:r>
          <a:r>
            <a:rPr lang="en-IN" dirty="0"/>
            <a:t> </a:t>
          </a:r>
          <a:r>
            <a:rPr lang="en-IN" b="0" i="0" dirty="0" err="1"/>
            <a:t>match_id</a:t>
          </a:r>
          <a:r>
            <a:rPr lang="en-IN" b="0" i="0" dirty="0"/>
            <a:t> , venue , city , team </a:t>
          </a:r>
          <a:endParaRPr lang="en-IN" dirty="0"/>
        </a:p>
      </dgm:t>
    </dgm:pt>
    <dgm:pt modelId="{822FBD17-61FB-4203-B1AE-3B102E83A731}" type="parTrans" cxnId="{D1CBAD2F-B6EB-485F-9ADB-CDDA9F6C0C82}">
      <dgm:prSet/>
      <dgm:spPr/>
      <dgm:t>
        <a:bodyPr/>
        <a:lstStyle/>
        <a:p>
          <a:endParaRPr lang="en-IN"/>
        </a:p>
      </dgm:t>
    </dgm:pt>
    <dgm:pt modelId="{7ECC9F58-B1DE-440F-B21D-8AD7B0074949}" type="sibTrans" cxnId="{D1CBAD2F-B6EB-485F-9ADB-CDDA9F6C0C82}">
      <dgm:prSet/>
      <dgm:spPr/>
      <dgm:t>
        <a:bodyPr/>
        <a:lstStyle/>
        <a:p>
          <a:endParaRPr lang="en-IN"/>
        </a:p>
      </dgm:t>
    </dgm:pt>
    <dgm:pt modelId="{DF553D92-79FB-4B56-8265-10248DFE5E7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Chronological Ordering Strategy: </a:t>
          </a:r>
          <a:r>
            <a:rPr lang="en-IN"/>
            <a:t>Sorted rows sequentially by date before splitting to prevent future data patterns from leaking into past training steps.</a:t>
          </a:r>
        </a:p>
      </dgm:t>
    </dgm:pt>
    <dgm:pt modelId="{E7941997-BBDB-4A91-B032-1F4350FA72D7}" type="parTrans" cxnId="{59D12728-AA17-4473-9776-69F3C577301E}">
      <dgm:prSet/>
      <dgm:spPr/>
      <dgm:t>
        <a:bodyPr/>
        <a:lstStyle/>
        <a:p>
          <a:endParaRPr lang="en-IN"/>
        </a:p>
      </dgm:t>
    </dgm:pt>
    <dgm:pt modelId="{256FE742-86D7-43C3-A4B5-8B68866CF00D}" type="sibTrans" cxnId="{59D12728-AA17-4473-9776-69F3C577301E}">
      <dgm:prSet/>
      <dgm:spPr/>
      <dgm:t>
        <a:bodyPr/>
        <a:lstStyle/>
        <a:p>
          <a:endParaRPr lang="en-IN"/>
        </a:p>
      </dgm:t>
    </dgm:pt>
    <dgm:pt modelId="{CA23EB8B-C14E-40C8-BAE4-F235714C26E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Vector Scaling: </a:t>
          </a:r>
          <a:r>
            <a:rPr lang="en-IN"/>
            <a:t>Applied StandardScaler normalization across numerical feature arrays to prevent high-magnitude features from masking lower-magnitude indicators.</a:t>
          </a:r>
        </a:p>
      </dgm:t>
    </dgm:pt>
    <dgm:pt modelId="{B9E01064-44AC-404D-80FC-97EFE890BD64}" type="parTrans" cxnId="{C8977EA5-BCE1-44C1-B2E6-C7C4D81DAE69}">
      <dgm:prSet/>
      <dgm:spPr/>
      <dgm:t>
        <a:bodyPr/>
        <a:lstStyle/>
        <a:p>
          <a:endParaRPr lang="en-IN"/>
        </a:p>
      </dgm:t>
    </dgm:pt>
    <dgm:pt modelId="{13256DD6-7303-4B73-A8E1-B18EE6D9DDB0}" type="sibTrans" cxnId="{C8977EA5-BCE1-44C1-B2E6-C7C4D81DAE69}">
      <dgm:prSet/>
      <dgm:spPr/>
      <dgm:t>
        <a:bodyPr/>
        <a:lstStyle/>
        <a:p>
          <a:endParaRPr lang="en-IN"/>
        </a:p>
      </dgm:t>
    </dgm:pt>
    <dgm:pt modelId="{9D8C3899-F26B-4F50-BB4D-A3E2E6D42A9F}" type="pres">
      <dgm:prSet presAssocID="{0065BBBC-B633-497F-9212-CD1B096AA744}" presName="root" presStyleCnt="0">
        <dgm:presLayoutVars>
          <dgm:dir/>
          <dgm:resizeHandles val="exact"/>
        </dgm:presLayoutVars>
      </dgm:prSet>
      <dgm:spPr/>
    </dgm:pt>
    <dgm:pt modelId="{05611EA9-F502-43D8-B852-05054FE048B1}" type="pres">
      <dgm:prSet presAssocID="{7F8AB2A1-78CB-488D-AC2A-159F0D4AD2D5}" presName="compNode" presStyleCnt="0"/>
      <dgm:spPr/>
    </dgm:pt>
    <dgm:pt modelId="{4092E618-9CF8-478D-8020-6A764BBE6F40}" type="pres">
      <dgm:prSet presAssocID="{7F8AB2A1-78CB-488D-AC2A-159F0D4AD2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FBCB5028-8833-479C-9679-58E166BCB25F}" type="pres">
      <dgm:prSet presAssocID="{7F8AB2A1-78CB-488D-AC2A-159F0D4AD2D5}" presName="spaceRect" presStyleCnt="0"/>
      <dgm:spPr/>
    </dgm:pt>
    <dgm:pt modelId="{0DCEF731-B008-4A5A-A62A-95E23DFA4EC3}" type="pres">
      <dgm:prSet presAssocID="{7F8AB2A1-78CB-488D-AC2A-159F0D4AD2D5}" presName="textRect" presStyleLbl="revTx" presStyleIdx="0" presStyleCnt="3">
        <dgm:presLayoutVars>
          <dgm:chMax val="1"/>
          <dgm:chPref val="1"/>
        </dgm:presLayoutVars>
      </dgm:prSet>
      <dgm:spPr/>
    </dgm:pt>
    <dgm:pt modelId="{865B96AA-0942-475D-AD48-62B29CFF6CBF}" type="pres">
      <dgm:prSet presAssocID="{7ECC9F58-B1DE-440F-B21D-8AD7B0074949}" presName="sibTrans" presStyleCnt="0"/>
      <dgm:spPr/>
    </dgm:pt>
    <dgm:pt modelId="{94AF8F2E-D858-46DB-886E-7000BF1AB0C1}" type="pres">
      <dgm:prSet presAssocID="{DF553D92-79FB-4B56-8265-10248DFE5E7B}" presName="compNode" presStyleCnt="0"/>
      <dgm:spPr/>
    </dgm:pt>
    <dgm:pt modelId="{FB624EA2-4995-4A96-9B7E-113018478B95}" type="pres">
      <dgm:prSet presAssocID="{DF553D92-79FB-4B56-8265-10248DFE5E7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B2C8ACC-9B65-4AEC-BD42-F0BBF55FE077}" type="pres">
      <dgm:prSet presAssocID="{DF553D92-79FB-4B56-8265-10248DFE5E7B}" presName="spaceRect" presStyleCnt="0"/>
      <dgm:spPr/>
    </dgm:pt>
    <dgm:pt modelId="{252B4F3B-C046-4C4F-80CF-9BB189F408A9}" type="pres">
      <dgm:prSet presAssocID="{DF553D92-79FB-4B56-8265-10248DFE5E7B}" presName="textRect" presStyleLbl="revTx" presStyleIdx="1" presStyleCnt="3">
        <dgm:presLayoutVars>
          <dgm:chMax val="1"/>
          <dgm:chPref val="1"/>
        </dgm:presLayoutVars>
      </dgm:prSet>
      <dgm:spPr/>
    </dgm:pt>
    <dgm:pt modelId="{E2E58E12-E0D3-470D-B26B-08CF8D05F7F5}" type="pres">
      <dgm:prSet presAssocID="{256FE742-86D7-43C3-A4B5-8B68866CF00D}" presName="sibTrans" presStyleCnt="0"/>
      <dgm:spPr/>
    </dgm:pt>
    <dgm:pt modelId="{379B6B3A-6EB1-4D2E-8D34-F29E86321995}" type="pres">
      <dgm:prSet presAssocID="{CA23EB8B-C14E-40C8-BAE4-F235714C26EC}" presName="compNode" presStyleCnt="0"/>
      <dgm:spPr/>
    </dgm:pt>
    <dgm:pt modelId="{CB4FC2F7-7A81-493E-9698-3B3834434CF5}" type="pres">
      <dgm:prSet presAssocID="{CA23EB8B-C14E-40C8-BAE4-F235714C26E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0DC8D45-D7F2-4BAB-B386-F71D4AA81648}" type="pres">
      <dgm:prSet presAssocID="{CA23EB8B-C14E-40C8-BAE4-F235714C26EC}" presName="spaceRect" presStyleCnt="0"/>
      <dgm:spPr/>
    </dgm:pt>
    <dgm:pt modelId="{475E2262-47BE-4A8A-B31D-C41A46AFF917}" type="pres">
      <dgm:prSet presAssocID="{CA23EB8B-C14E-40C8-BAE4-F235714C26E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1E1219-CCC6-419C-AC2B-3BFE16CB0612}" type="presOf" srcId="{DF553D92-79FB-4B56-8265-10248DFE5E7B}" destId="{252B4F3B-C046-4C4F-80CF-9BB189F408A9}" srcOrd="0" destOrd="0" presId="urn:microsoft.com/office/officeart/2018/2/layout/IconLabelList"/>
    <dgm:cxn modelId="{59D12728-AA17-4473-9776-69F3C577301E}" srcId="{0065BBBC-B633-497F-9212-CD1B096AA744}" destId="{DF553D92-79FB-4B56-8265-10248DFE5E7B}" srcOrd="1" destOrd="0" parTransId="{E7941997-BBDB-4A91-B032-1F4350FA72D7}" sibTransId="{256FE742-86D7-43C3-A4B5-8B68866CF00D}"/>
    <dgm:cxn modelId="{D1CBAD2F-B6EB-485F-9ADB-CDDA9F6C0C82}" srcId="{0065BBBC-B633-497F-9212-CD1B096AA744}" destId="{7F8AB2A1-78CB-488D-AC2A-159F0D4AD2D5}" srcOrd="0" destOrd="0" parTransId="{822FBD17-61FB-4203-B1AE-3B102E83A731}" sibTransId="{7ECC9F58-B1DE-440F-B21D-8AD7B0074949}"/>
    <dgm:cxn modelId="{F9971A77-F143-496D-B0C6-A110815319E5}" type="presOf" srcId="{CA23EB8B-C14E-40C8-BAE4-F235714C26EC}" destId="{475E2262-47BE-4A8A-B31D-C41A46AFF917}" srcOrd="0" destOrd="0" presId="urn:microsoft.com/office/officeart/2018/2/layout/IconLabelList"/>
    <dgm:cxn modelId="{C8977EA5-BCE1-44C1-B2E6-C7C4D81DAE69}" srcId="{0065BBBC-B633-497F-9212-CD1B096AA744}" destId="{CA23EB8B-C14E-40C8-BAE4-F235714C26EC}" srcOrd="2" destOrd="0" parTransId="{B9E01064-44AC-404D-80FC-97EFE890BD64}" sibTransId="{13256DD6-7303-4B73-A8E1-B18EE6D9DDB0}"/>
    <dgm:cxn modelId="{A29EFCD5-4393-4A80-A04A-6051DB80B04A}" type="presOf" srcId="{0065BBBC-B633-497F-9212-CD1B096AA744}" destId="{9D8C3899-F26B-4F50-BB4D-A3E2E6D42A9F}" srcOrd="0" destOrd="0" presId="urn:microsoft.com/office/officeart/2018/2/layout/IconLabelList"/>
    <dgm:cxn modelId="{848ECAEA-1EA2-485E-83F1-9A782EEC2430}" type="presOf" srcId="{7F8AB2A1-78CB-488D-AC2A-159F0D4AD2D5}" destId="{0DCEF731-B008-4A5A-A62A-95E23DFA4EC3}" srcOrd="0" destOrd="0" presId="urn:microsoft.com/office/officeart/2018/2/layout/IconLabelList"/>
    <dgm:cxn modelId="{2FF02DBC-8F12-42B2-9766-0930D43512D0}" type="presParOf" srcId="{9D8C3899-F26B-4F50-BB4D-A3E2E6D42A9F}" destId="{05611EA9-F502-43D8-B852-05054FE048B1}" srcOrd="0" destOrd="0" presId="urn:microsoft.com/office/officeart/2018/2/layout/IconLabelList"/>
    <dgm:cxn modelId="{212CED34-63EF-41E3-9D27-008A9AEC717E}" type="presParOf" srcId="{05611EA9-F502-43D8-B852-05054FE048B1}" destId="{4092E618-9CF8-478D-8020-6A764BBE6F40}" srcOrd="0" destOrd="0" presId="urn:microsoft.com/office/officeart/2018/2/layout/IconLabelList"/>
    <dgm:cxn modelId="{BDFA1ECB-DC25-49FD-B6C2-7C2124F4583C}" type="presParOf" srcId="{05611EA9-F502-43D8-B852-05054FE048B1}" destId="{FBCB5028-8833-479C-9679-58E166BCB25F}" srcOrd="1" destOrd="0" presId="urn:microsoft.com/office/officeart/2018/2/layout/IconLabelList"/>
    <dgm:cxn modelId="{6B510AD0-0CFB-40C7-86CE-6F46B664557B}" type="presParOf" srcId="{05611EA9-F502-43D8-B852-05054FE048B1}" destId="{0DCEF731-B008-4A5A-A62A-95E23DFA4EC3}" srcOrd="2" destOrd="0" presId="urn:microsoft.com/office/officeart/2018/2/layout/IconLabelList"/>
    <dgm:cxn modelId="{7540E513-6C2C-4187-98F1-EE68DC11FBC6}" type="presParOf" srcId="{9D8C3899-F26B-4F50-BB4D-A3E2E6D42A9F}" destId="{865B96AA-0942-475D-AD48-62B29CFF6CBF}" srcOrd="1" destOrd="0" presId="urn:microsoft.com/office/officeart/2018/2/layout/IconLabelList"/>
    <dgm:cxn modelId="{B4B06497-684D-4FD8-B8C2-877BAE547954}" type="presParOf" srcId="{9D8C3899-F26B-4F50-BB4D-A3E2E6D42A9F}" destId="{94AF8F2E-D858-46DB-886E-7000BF1AB0C1}" srcOrd="2" destOrd="0" presId="urn:microsoft.com/office/officeart/2018/2/layout/IconLabelList"/>
    <dgm:cxn modelId="{CEC9E323-85EE-4A85-B6B0-E74A0819D6CF}" type="presParOf" srcId="{94AF8F2E-D858-46DB-886E-7000BF1AB0C1}" destId="{FB624EA2-4995-4A96-9B7E-113018478B95}" srcOrd="0" destOrd="0" presId="urn:microsoft.com/office/officeart/2018/2/layout/IconLabelList"/>
    <dgm:cxn modelId="{BCF1114F-DC3F-45A3-8350-8AE9F5D7A0F9}" type="presParOf" srcId="{94AF8F2E-D858-46DB-886E-7000BF1AB0C1}" destId="{9B2C8ACC-9B65-4AEC-BD42-F0BBF55FE077}" srcOrd="1" destOrd="0" presId="urn:microsoft.com/office/officeart/2018/2/layout/IconLabelList"/>
    <dgm:cxn modelId="{83CB9A41-282E-4D67-BDCA-C23F7FA866FF}" type="presParOf" srcId="{94AF8F2E-D858-46DB-886E-7000BF1AB0C1}" destId="{252B4F3B-C046-4C4F-80CF-9BB189F408A9}" srcOrd="2" destOrd="0" presId="urn:microsoft.com/office/officeart/2018/2/layout/IconLabelList"/>
    <dgm:cxn modelId="{305AFFC2-E179-416E-8051-B4829945EE3F}" type="presParOf" srcId="{9D8C3899-F26B-4F50-BB4D-A3E2E6D42A9F}" destId="{E2E58E12-E0D3-470D-B26B-08CF8D05F7F5}" srcOrd="3" destOrd="0" presId="urn:microsoft.com/office/officeart/2018/2/layout/IconLabelList"/>
    <dgm:cxn modelId="{EBDD92AB-08F5-4FCD-9220-C5CB7C81D3F7}" type="presParOf" srcId="{9D8C3899-F26B-4F50-BB4D-A3E2E6D42A9F}" destId="{379B6B3A-6EB1-4D2E-8D34-F29E86321995}" srcOrd="4" destOrd="0" presId="urn:microsoft.com/office/officeart/2018/2/layout/IconLabelList"/>
    <dgm:cxn modelId="{92B8CACF-711D-442F-9C64-032C5C5C5660}" type="presParOf" srcId="{379B6B3A-6EB1-4D2E-8D34-F29E86321995}" destId="{CB4FC2F7-7A81-493E-9698-3B3834434CF5}" srcOrd="0" destOrd="0" presId="urn:microsoft.com/office/officeart/2018/2/layout/IconLabelList"/>
    <dgm:cxn modelId="{7CC12422-0829-4C7E-B058-1718182849C6}" type="presParOf" srcId="{379B6B3A-6EB1-4D2E-8D34-F29E86321995}" destId="{B0DC8D45-D7F2-4BAB-B386-F71D4AA81648}" srcOrd="1" destOrd="0" presId="urn:microsoft.com/office/officeart/2018/2/layout/IconLabelList"/>
    <dgm:cxn modelId="{780656A5-3B20-40FD-AC37-ACEA8CDCDDF4}" type="presParOf" srcId="{379B6B3A-6EB1-4D2E-8D34-F29E86321995}" destId="{475E2262-47BE-4A8A-B31D-C41A46AFF9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45C5D7-B201-481B-ADD4-7A79FF4A2572}" type="doc">
      <dgm:prSet loTypeId="urn:microsoft.com/office/officeart/2018/2/layout/IconCircle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53715A-835B-44E8-BB01-04CDC9356CA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Decoupled Architecture Flow: Modulariized data preparation into separate notebook steps to cleanly isolate data gathering from modeling.</a:t>
          </a:r>
        </a:p>
      </dgm:t>
    </dgm:pt>
    <dgm:pt modelId="{9B08684B-F942-4D65-81E9-345E4787BD43}" type="parTrans" cxnId="{A2D38090-99BD-4EE7-82D3-9442391D9E44}">
      <dgm:prSet/>
      <dgm:spPr/>
      <dgm:t>
        <a:bodyPr/>
        <a:lstStyle/>
        <a:p>
          <a:endParaRPr lang="en-IN"/>
        </a:p>
      </dgm:t>
    </dgm:pt>
    <dgm:pt modelId="{E7E76876-7F5A-4695-8815-548DC76D3F44}" type="sibTrans" cxnId="{A2D38090-99BD-4EE7-82D3-9442391D9E44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BCF397E5-799B-4275-B21A-4D5F32F7D28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Server Defense Layer: Implemented python pacing parameter windows via time.sleep() to respect public server access constraints.</a:t>
          </a:r>
        </a:p>
      </dgm:t>
    </dgm:pt>
    <dgm:pt modelId="{32A040E9-896C-476B-96FE-5E81BDAB7747}" type="parTrans" cxnId="{693764CD-A080-46CB-8E86-52B04B98A025}">
      <dgm:prSet/>
      <dgm:spPr/>
      <dgm:t>
        <a:bodyPr/>
        <a:lstStyle/>
        <a:p>
          <a:endParaRPr lang="en-IN"/>
        </a:p>
      </dgm:t>
    </dgm:pt>
    <dgm:pt modelId="{A6E7BB10-8673-4ABC-B61D-67101985B746}" type="sibTrans" cxnId="{693764CD-A080-46CB-8E86-52B04B98A025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D7182870-6A29-4897-805B-8967DB0222A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Robust Fail-Safe Node Handling: Wrapped JSON loading nodes inside try-except traps to bypass broken files without halting execution runs.</a:t>
          </a:r>
        </a:p>
      </dgm:t>
    </dgm:pt>
    <dgm:pt modelId="{8FAB87A0-C8FE-47ED-9974-0DB33E4CF081}" type="parTrans" cxnId="{4802FCFC-C8A6-464C-B3CB-83ED07DA2FB4}">
      <dgm:prSet/>
      <dgm:spPr/>
      <dgm:t>
        <a:bodyPr/>
        <a:lstStyle/>
        <a:p>
          <a:endParaRPr lang="en-IN"/>
        </a:p>
      </dgm:t>
    </dgm:pt>
    <dgm:pt modelId="{E1087C69-9504-4E80-9D8C-6934672C4FD6}" type="sibTrans" cxnId="{4802FCFC-C8A6-464C-B3CB-83ED07DA2FB4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623B5D0D-D6BE-4AB3-BF9B-6538E1D3F8F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Loop Optimization: Programmed consistent tracking arrays to evaluate all 9 distinct regression models uniformly across identical training matrices.</a:t>
          </a:r>
        </a:p>
      </dgm:t>
    </dgm:pt>
    <dgm:pt modelId="{93596960-EBA5-4712-BE4F-0AD8635B022D}" type="parTrans" cxnId="{1D2FDBE2-CE09-4406-B2CA-CBB6FE39AA5C}">
      <dgm:prSet/>
      <dgm:spPr/>
      <dgm:t>
        <a:bodyPr/>
        <a:lstStyle/>
        <a:p>
          <a:endParaRPr lang="en-IN"/>
        </a:p>
      </dgm:t>
    </dgm:pt>
    <dgm:pt modelId="{CFED0A7F-1D3B-4646-B13A-71FAF1778FD7}" type="sibTrans" cxnId="{1D2FDBE2-CE09-4406-B2CA-CBB6FE39AA5C}">
      <dgm:prSet/>
      <dgm:spPr/>
      <dgm:t>
        <a:bodyPr/>
        <a:lstStyle/>
        <a:p>
          <a:endParaRPr lang="en-IN"/>
        </a:p>
      </dgm:t>
    </dgm:pt>
    <dgm:pt modelId="{FD56A482-2C27-4F5D-A04F-A1A7C45E161E}" type="pres">
      <dgm:prSet presAssocID="{BF45C5D7-B201-481B-ADD4-7A79FF4A2572}" presName="root" presStyleCnt="0">
        <dgm:presLayoutVars>
          <dgm:dir/>
          <dgm:resizeHandles val="exact"/>
        </dgm:presLayoutVars>
      </dgm:prSet>
      <dgm:spPr/>
    </dgm:pt>
    <dgm:pt modelId="{401E7A80-9901-4464-B893-850B297102D0}" type="pres">
      <dgm:prSet presAssocID="{BF45C5D7-B201-481B-ADD4-7A79FF4A2572}" presName="container" presStyleCnt="0">
        <dgm:presLayoutVars>
          <dgm:dir/>
          <dgm:resizeHandles val="exact"/>
        </dgm:presLayoutVars>
      </dgm:prSet>
      <dgm:spPr/>
    </dgm:pt>
    <dgm:pt modelId="{3C415794-548F-4C40-84CF-E5B857B02585}" type="pres">
      <dgm:prSet presAssocID="{2353715A-835B-44E8-BB01-04CDC9356CAB}" presName="compNode" presStyleCnt="0"/>
      <dgm:spPr/>
    </dgm:pt>
    <dgm:pt modelId="{DF39F76E-F0D3-46C2-A154-8906006B376B}" type="pres">
      <dgm:prSet presAssocID="{2353715A-835B-44E8-BB01-04CDC9356CAB}" presName="iconBgRect" presStyleLbl="bgShp" presStyleIdx="0" presStyleCnt="4"/>
      <dgm:spPr/>
    </dgm:pt>
    <dgm:pt modelId="{45926B34-D039-4F7C-BC15-11ABA8509DE8}" type="pres">
      <dgm:prSet presAssocID="{2353715A-835B-44E8-BB01-04CDC9356CA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7EE063E-9DBA-46DF-9442-7087E68DE66E}" type="pres">
      <dgm:prSet presAssocID="{2353715A-835B-44E8-BB01-04CDC9356CAB}" presName="spaceRect" presStyleCnt="0"/>
      <dgm:spPr/>
    </dgm:pt>
    <dgm:pt modelId="{FF1F897A-CCBB-44BD-B10F-EB0507F30F23}" type="pres">
      <dgm:prSet presAssocID="{2353715A-835B-44E8-BB01-04CDC9356CAB}" presName="textRect" presStyleLbl="revTx" presStyleIdx="0" presStyleCnt="4">
        <dgm:presLayoutVars>
          <dgm:chMax val="1"/>
          <dgm:chPref val="1"/>
        </dgm:presLayoutVars>
      </dgm:prSet>
      <dgm:spPr/>
    </dgm:pt>
    <dgm:pt modelId="{0AB3B61B-534C-40DD-91FF-FF0119FAC2C7}" type="pres">
      <dgm:prSet presAssocID="{E7E76876-7F5A-4695-8815-548DC76D3F44}" presName="sibTrans" presStyleLbl="sibTrans2D1" presStyleIdx="0" presStyleCnt="0"/>
      <dgm:spPr/>
    </dgm:pt>
    <dgm:pt modelId="{DD1609B8-E497-4FD7-82E3-AF68C4BAEAF0}" type="pres">
      <dgm:prSet presAssocID="{BCF397E5-799B-4275-B21A-4D5F32F7D280}" presName="compNode" presStyleCnt="0"/>
      <dgm:spPr/>
    </dgm:pt>
    <dgm:pt modelId="{2D8554C9-DBDA-47D4-8311-1CBA9C4E79EC}" type="pres">
      <dgm:prSet presAssocID="{BCF397E5-799B-4275-B21A-4D5F32F7D280}" presName="iconBgRect" presStyleLbl="bgShp" presStyleIdx="1" presStyleCnt="4"/>
      <dgm:spPr/>
    </dgm:pt>
    <dgm:pt modelId="{4476CC84-2DD1-406B-927B-3AB41A551C3C}" type="pres">
      <dgm:prSet presAssocID="{BCF397E5-799B-4275-B21A-4D5F32F7D2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E3F04C3-0E12-4FA2-BC49-DBE18236BCCC}" type="pres">
      <dgm:prSet presAssocID="{BCF397E5-799B-4275-B21A-4D5F32F7D280}" presName="spaceRect" presStyleCnt="0"/>
      <dgm:spPr/>
    </dgm:pt>
    <dgm:pt modelId="{2D28580B-8958-42CA-8711-BE2966EF9B23}" type="pres">
      <dgm:prSet presAssocID="{BCF397E5-799B-4275-B21A-4D5F32F7D280}" presName="textRect" presStyleLbl="revTx" presStyleIdx="1" presStyleCnt="4">
        <dgm:presLayoutVars>
          <dgm:chMax val="1"/>
          <dgm:chPref val="1"/>
        </dgm:presLayoutVars>
      </dgm:prSet>
      <dgm:spPr/>
    </dgm:pt>
    <dgm:pt modelId="{1EEEF949-16EB-4E36-8A71-41A1809965B9}" type="pres">
      <dgm:prSet presAssocID="{A6E7BB10-8673-4ABC-B61D-67101985B746}" presName="sibTrans" presStyleLbl="sibTrans2D1" presStyleIdx="0" presStyleCnt="0"/>
      <dgm:spPr/>
    </dgm:pt>
    <dgm:pt modelId="{B285A079-3D8C-4C0B-9EE7-600D1B3F2350}" type="pres">
      <dgm:prSet presAssocID="{D7182870-6A29-4897-805B-8967DB0222AD}" presName="compNode" presStyleCnt="0"/>
      <dgm:spPr/>
    </dgm:pt>
    <dgm:pt modelId="{EE338A1E-0051-48A5-9210-AC3B69190005}" type="pres">
      <dgm:prSet presAssocID="{D7182870-6A29-4897-805B-8967DB0222AD}" presName="iconBgRect" presStyleLbl="bgShp" presStyleIdx="2" presStyleCnt="4"/>
      <dgm:spPr/>
    </dgm:pt>
    <dgm:pt modelId="{E73C20C0-0922-4EC1-A02F-D397CC073CC2}" type="pres">
      <dgm:prSet presAssocID="{D7182870-6A29-4897-805B-8967DB0222A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C6FA277-53CC-44FB-BABB-8FE73DA9B991}" type="pres">
      <dgm:prSet presAssocID="{D7182870-6A29-4897-805B-8967DB0222AD}" presName="spaceRect" presStyleCnt="0"/>
      <dgm:spPr/>
    </dgm:pt>
    <dgm:pt modelId="{13B5A71B-B2FE-4E95-98FE-C5B72551A9F1}" type="pres">
      <dgm:prSet presAssocID="{D7182870-6A29-4897-805B-8967DB0222AD}" presName="textRect" presStyleLbl="revTx" presStyleIdx="2" presStyleCnt="4">
        <dgm:presLayoutVars>
          <dgm:chMax val="1"/>
          <dgm:chPref val="1"/>
        </dgm:presLayoutVars>
      </dgm:prSet>
      <dgm:spPr/>
    </dgm:pt>
    <dgm:pt modelId="{0BBDC0FB-ABBF-4145-AED9-0BFF2B98C36F}" type="pres">
      <dgm:prSet presAssocID="{E1087C69-9504-4E80-9D8C-6934672C4FD6}" presName="sibTrans" presStyleLbl="sibTrans2D1" presStyleIdx="0" presStyleCnt="0"/>
      <dgm:spPr/>
    </dgm:pt>
    <dgm:pt modelId="{8F3E7EB1-203A-4847-BADA-CAF8814090AD}" type="pres">
      <dgm:prSet presAssocID="{623B5D0D-D6BE-4AB3-BF9B-6538E1D3F8FC}" presName="compNode" presStyleCnt="0"/>
      <dgm:spPr/>
    </dgm:pt>
    <dgm:pt modelId="{FA06BFBA-CA9B-4566-8691-84AAA56A7906}" type="pres">
      <dgm:prSet presAssocID="{623B5D0D-D6BE-4AB3-BF9B-6538E1D3F8FC}" presName="iconBgRect" presStyleLbl="bgShp" presStyleIdx="3" presStyleCnt="4"/>
      <dgm:spPr/>
    </dgm:pt>
    <dgm:pt modelId="{F98DFCB1-C51B-4A4B-AF58-47D8D8F25C28}" type="pres">
      <dgm:prSet presAssocID="{623B5D0D-D6BE-4AB3-BF9B-6538E1D3F8F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4F59CE-0698-4AAE-A6CE-0C564E081558}" type="pres">
      <dgm:prSet presAssocID="{623B5D0D-D6BE-4AB3-BF9B-6538E1D3F8FC}" presName="spaceRect" presStyleCnt="0"/>
      <dgm:spPr/>
    </dgm:pt>
    <dgm:pt modelId="{F15FD4CD-EB70-4FF4-BA49-88023BAD7918}" type="pres">
      <dgm:prSet presAssocID="{623B5D0D-D6BE-4AB3-BF9B-6538E1D3F8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C0B412-E1CE-41E6-A4E8-0476FF388B0D}" type="presOf" srcId="{E7E76876-7F5A-4695-8815-548DC76D3F44}" destId="{0AB3B61B-534C-40DD-91FF-FF0119FAC2C7}" srcOrd="0" destOrd="0" presId="urn:microsoft.com/office/officeart/2018/2/layout/IconCircleList"/>
    <dgm:cxn modelId="{BCE0352B-FC78-4AAB-9C4D-7CF707C6FDD6}" type="presOf" srcId="{623B5D0D-D6BE-4AB3-BF9B-6538E1D3F8FC}" destId="{F15FD4CD-EB70-4FF4-BA49-88023BAD7918}" srcOrd="0" destOrd="0" presId="urn:microsoft.com/office/officeart/2018/2/layout/IconCircleList"/>
    <dgm:cxn modelId="{431E7D30-26D4-4DD2-BC75-641B977DB31B}" type="presOf" srcId="{E1087C69-9504-4E80-9D8C-6934672C4FD6}" destId="{0BBDC0FB-ABBF-4145-AED9-0BFF2B98C36F}" srcOrd="0" destOrd="0" presId="urn:microsoft.com/office/officeart/2018/2/layout/IconCircleList"/>
    <dgm:cxn modelId="{09138C5D-D58B-42C1-96C0-5A9688E18716}" type="presOf" srcId="{BF45C5D7-B201-481B-ADD4-7A79FF4A2572}" destId="{FD56A482-2C27-4F5D-A04F-A1A7C45E161E}" srcOrd="0" destOrd="0" presId="urn:microsoft.com/office/officeart/2018/2/layout/IconCircleList"/>
    <dgm:cxn modelId="{FDA9A863-70A4-478B-8B7F-43EBEC13E366}" type="presOf" srcId="{D7182870-6A29-4897-805B-8967DB0222AD}" destId="{13B5A71B-B2FE-4E95-98FE-C5B72551A9F1}" srcOrd="0" destOrd="0" presId="urn:microsoft.com/office/officeart/2018/2/layout/IconCircleList"/>
    <dgm:cxn modelId="{6D6F9669-DB0A-49B8-B80C-CA27BADDAF2E}" type="presOf" srcId="{2353715A-835B-44E8-BB01-04CDC9356CAB}" destId="{FF1F897A-CCBB-44BD-B10F-EB0507F30F23}" srcOrd="0" destOrd="0" presId="urn:microsoft.com/office/officeart/2018/2/layout/IconCircleList"/>
    <dgm:cxn modelId="{738D3457-E086-4BF6-89CF-FD0EDA72247E}" type="presOf" srcId="{A6E7BB10-8673-4ABC-B61D-67101985B746}" destId="{1EEEF949-16EB-4E36-8A71-41A1809965B9}" srcOrd="0" destOrd="0" presId="urn:microsoft.com/office/officeart/2018/2/layout/IconCircleList"/>
    <dgm:cxn modelId="{A2D38090-99BD-4EE7-82D3-9442391D9E44}" srcId="{BF45C5D7-B201-481B-ADD4-7A79FF4A2572}" destId="{2353715A-835B-44E8-BB01-04CDC9356CAB}" srcOrd="0" destOrd="0" parTransId="{9B08684B-F942-4D65-81E9-345E4787BD43}" sibTransId="{E7E76876-7F5A-4695-8815-548DC76D3F44}"/>
    <dgm:cxn modelId="{1579ECAF-4FB3-4808-BE4D-6DC2578C93B9}" type="presOf" srcId="{BCF397E5-799B-4275-B21A-4D5F32F7D280}" destId="{2D28580B-8958-42CA-8711-BE2966EF9B23}" srcOrd="0" destOrd="0" presId="urn:microsoft.com/office/officeart/2018/2/layout/IconCircleList"/>
    <dgm:cxn modelId="{693764CD-A080-46CB-8E86-52B04B98A025}" srcId="{BF45C5D7-B201-481B-ADD4-7A79FF4A2572}" destId="{BCF397E5-799B-4275-B21A-4D5F32F7D280}" srcOrd="1" destOrd="0" parTransId="{32A040E9-896C-476B-96FE-5E81BDAB7747}" sibTransId="{A6E7BB10-8673-4ABC-B61D-67101985B746}"/>
    <dgm:cxn modelId="{1D2FDBE2-CE09-4406-B2CA-CBB6FE39AA5C}" srcId="{BF45C5D7-B201-481B-ADD4-7A79FF4A2572}" destId="{623B5D0D-D6BE-4AB3-BF9B-6538E1D3F8FC}" srcOrd="3" destOrd="0" parTransId="{93596960-EBA5-4712-BE4F-0AD8635B022D}" sibTransId="{CFED0A7F-1D3B-4646-B13A-71FAF1778FD7}"/>
    <dgm:cxn modelId="{4802FCFC-C8A6-464C-B3CB-83ED07DA2FB4}" srcId="{BF45C5D7-B201-481B-ADD4-7A79FF4A2572}" destId="{D7182870-6A29-4897-805B-8967DB0222AD}" srcOrd="2" destOrd="0" parTransId="{8FAB87A0-C8FE-47ED-9974-0DB33E4CF081}" sibTransId="{E1087C69-9504-4E80-9D8C-6934672C4FD6}"/>
    <dgm:cxn modelId="{6CF7E92B-45FA-4636-AD1B-A7A534BB7789}" type="presParOf" srcId="{FD56A482-2C27-4F5D-A04F-A1A7C45E161E}" destId="{401E7A80-9901-4464-B893-850B297102D0}" srcOrd="0" destOrd="0" presId="urn:microsoft.com/office/officeart/2018/2/layout/IconCircleList"/>
    <dgm:cxn modelId="{EABA2F04-0928-41CF-9CEF-F5AB08F4C77A}" type="presParOf" srcId="{401E7A80-9901-4464-B893-850B297102D0}" destId="{3C415794-548F-4C40-84CF-E5B857B02585}" srcOrd="0" destOrd="0" presId="urn:microsoft.com/office/officeart/2018/2/layout/IconCircleList"/>
    <dgm:cxn modelId="{6C4478B1-B73C-445A-BA03-2032E44ED171}" type="presParOf" srcId="{3C415794-548F-4C40-84CF-E5B857B02585}" destId="{DF39F76E-F0D3-46C2-A154-8906006B376B}" srcOrd="0" destOrd="0" presId="urn:microsoft.com/office/officeart/2018/2/layout/IconCircleList"/>
    <dgm:cxn modelId="{691419CB-6DEC-4DE4-9FDB-22C4E4474BA6}" type="presParOf" srcId="{3C415794-548F-4C40-84CF-E5B857B02585}" destId="{45926B34-D039-4F7C-BC15-11ABA8509DE8}" srcOrd="1" destOrd="0" presId="urn:microsoft.com/office/officeart/2018/2/layout/IconCircleList"/>
    <dgm:cxn modelId="{C6372132-1C47-4139-93DC-ABB09EB801F3}" type="presParOf" srcId="{3C415794-548F-4C40-84CF-E5B857B02585}" destId="{97EE063E-9DBA-46DF-9442-7087E68DE66E}" srcOrd="2" destOrd="0" presId="urn:microsoft.com/office/officeart/2018/2/layout/IconCircleList"/>
    <dgm:cxn modelId="{D05AAFEA-666E-4FC9-BEA9-61308104CF98}" type="presParOf" srcId="{3C415794-548F-4C40-84CF-E5B857B02585}" destId="{FF1F897A-CCBB-44BD-B10F-EB0507F30F23}" srcOrd="3" destOrd="0" presId="urn:microsoft.com/office/officeart/2018/2/layout/IconCircleList"/>
    <dgm:cxn modelId="{3194D345-B49C-41D7-9DB2-842C565E5145}" type="presParOf" srcId="{401E7A80-9901-4464-B893-850B297102D0}" destId="{0AB3B61B-534C-40DD-91FF-FF0119FAC2C7}" srcOrd="1" destOrd="0" presId="urn:microsoft.com/office/officeart/2018/2/layout/IconCircleList"/>
    <dgm:cxn modelId="{81B5BA5D-4CCD-4632-9C7A-7417009DA184}" type="presParOf" srcId="{401E7A80-9901-4464-B893-850B297102D0}" destId="{DD1609B8-E497-4FD7-82E3-AF68C4BAEAF0}" srcOrd="2" destOrd="0" presId="urn:microsoft.com/office/officeart/2018/2/layout/IconCircleList"/>
    <dgm:cxn modelId="{9D05AAAB-A2F4-4A8F-8069-BE82546D713E}" type="presParOf" srcId="{DD1609B8-E497-4FD7-82E3-AF68C4BAEAF0}" destId="{2D8554C9-DBDA-47D4-8311-1CBA9C4E79EC}" srcOrd="0" destOrd="0" presId="urn:microsoft.com/office/officeart/2018/2/layout/IconCircleList"/>
    <dgm:cxn modelId="{7AB3A786-4369-4DAE-B374-0450790FDFA9}" type="presParOf" srcId="{DD1609B8-E497-4FD7-82E3-AF68C4BAEAF0}" destId="{4476CC84-2DD1-406B-927B-3AB41A551C3C}" srcOrd="1" destOrd="0" presId="urn:microsoft.com/office/officeart/2018/2/layout/IconCircleList"/>
    <dgm:cxn modelId="{CED33CD3-4D9C-41E1-837B-30E79BEFF0F7}" type="presParOf" srcId="{DD1609B8-E497-4FD7-82E3-AF68C4BAEAF0}" destId="{AE3F04C3-0E12-4FA2-BC49-DBE18236BCCC}" srcOrd="2" destOrd="0" presId="urn:microsoft.com/office/officeart/2018/2/layout/IconCircleList"/>
    <dgm:cxn modelId="{3C4152E7-8D66-4A0F-A35D-D0048A247D13}" type="presParOf" srcId="{DD1609B8-E497-4FD7-82E3-AF68C4BAEAF0}" destId="{2D28580B-8958-42CA-8711-BE2966EF9B23}" srcOrd="3" destOrd="0" presId="urn:microsoft.com/office/officeart/2018/2/layout/IconCircleList"/>
    <dgm:cxn modelId="{4452B189-CFEC-427C-A074-95CF71CCE21D}" type="presParOf" srcId="{401E7A80-9901-4464-B893-850B297102D0}" destId="{1EEEF949-16EB-4E36-8A71-41A1809965B9}" srcOrd="3" destOrd="0" presId="urn:microsoft.com/office/officeart/2018/2/layout/IconCircleList"/>
    <dgm:cxn modelId="{0812172C-49C6-4590-9DB1-024216191302}" type="presParOf" srcId="{401E7A80-9901-4464-B893-850B297102D0}" destId="{B285A079-3D8C-4C0B-9EE7-600D1B3F2350}" srcOrd="4" destOrd="0" presId="urn:microsoft.com/office/officeart/2018/2/layout/IconCircleList"/>
    <dgm:cxn modelId="{3BA2270D-3080-4E0D-8206-4A57F7094175}" type="presParOf" srcId="{B285A079-3D8C-4C0B-9EE7-600D1B3F2350}" destId="{EE338A1E-0051-48A5-9210-AC3B69190005}" srcOrd="0" destOrd="0" presId="urn:microsoft.com/office/officeart/2018/2/layout/IconCircleList"/>
    <dgm:cxn modelId="{1D7E35E2-EA30-42E3-B617-0B72CFD80ED8}" type="presParOf" srcId="{B285A079-3D8C-4C0B-9EE7-600D1B3F2350}" destId="{E73C20C0-0922-4EC1-A02F-D397CC073CC2}" srcOrd="1" destOrd="0" presId="urn:microsoft.com/office/officeart/2018/2/layout/IconCircleList"/>
    <dgm:cxn modelId="{7DF57297-F96E-45C3-BDEE-EEA548A1CFC2}" type="presParOf" srcId="{B285A079-3D8C-4C0B-9EE7-600D1B3F2350}" destId="{3C6FA277-53CC-44FB-BABB-8FE73DA9B991}" srcOrd="2" destOrd="0" presId="urn:microsoft.com/office/officeart/2018/2/layout/IconCircleList"/>
    <dgm:cxn modelId="{6A8D0481-6088-4B6B-B7AF-73E6B4618EA6}" type="presParOf" srcId="{B285A079-3D8C-4C0B-9EE7-600D1B3F2350}" destId="{13B5A71B-B2FE-4E95-98FE-C5B72551A9F1}" srcOrd="3" destOrd="0" presId="urn:microsoft.com/office/officeart/2018/2/layout/IconCircleList"/>
    <dgm:cxn modelId="{E9590DDB-BAD5-4D9F-8440-F08755FA03BB}" type="presParOf" srcId="{401E7A80-9901-4464-B893-850B297102D0}" destId="{0BBDC0FB-ABBF-4145-AED9-0BFF2B98C36F}" srcOrd="5" destOrd="0" presId="urn:microsoft.com/office/officeart/2018/2/layout/IconCircleList"/>
    <dgm:cxn modelId="{F6F35700-73DF-4421-BB91-76BD3B8A755D}" type="presParOf" srcId="{401E7A80-9901-4464-B893-850B297102D0}" destId="{8F3E7EB1-203A-4847-BADA-CAF8814090AD}" srcOrd="6" destOrd="0" presId="urn:microsoft.com/office/officeart/2018/2/layout/IconCircleList"/>
    <dgm:cxn modelId="{1A3BE0D2-8258-4042-8357-5D6BD8E7FF33}" type="presParOf" srcId="{8F3E7EB1-203A-4847-BADA-CAF8814090AD}" destId="{FA06BFBA-CA9B-4566-8691-84AAA56A7906}" srcOrd="0" destOrd="0" presId="urn:microsoft.com/office/officeart/2018/2/layout/IconCircleList"/>
    <dgm:cxn modelId="{F3894633-DA60-43FE-B4FE-9A040B3BAF27}" type="presParOf" srcId="{8F3E7EB1-203A-4847-BADA-CAF8814090AD}" destId="{F98DFCB1-C51B-4A4B-AF58-47D8D8F25C28}" srcOrd="1" destOrd="0" presId="urn:microsoft.com/office/officeart/2018/2/layout/IconCircleList"/>
    <dgm:cxn modelId="{61D21754-D07D-4CCB-9E92-0C191CE2614D}" type="presParOf" srcId="{8F3E7EB1-203A-4847-BADA-CAF8814090AD}" destId="{BF4F59CE-0698-4AAE-A6CE-0C564E081558}" srcOrd="2" destOrd="0" presId="urn:microsoft.com/office/officeart/2018/2/layout/IconCircleList"/>
    <dgm:cxn modelId="{1B5CCB0D-C7FC-4C23-8E16-B2781F93B6FF}" type="presParOf" srcId="{8F3E7EB1-203A-4847-BADA-CAF8814090AD}" destId="{F15FD4CD-EB70-4FF4-BA49-88023BAD79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EF8CD2-B85F-4932-8461-C072B62AF96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27B3F8-5FEB-4267-BF4A-4E0533B362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Trajectory 1: Geographic Venue Target Encoding -&gt; Categorize stadium coordinates to account for physical constraints like altitude and boundary lengths.</a:t>
          </a:r>
        </a:p>
      </dgm:t>
    </dgm:pt>
    <dgm:pt modelId="{9FE267BD-AA12-4666-81EB-413959F132E1}" type="parTrans" cxnId="{AC33B613-0922-4F50-AD26-AA345C766C38}">
      <dgm:prSet/>
      <dgm:spPr/>
      <dgm:t>
        <a:bodyPr/>
        <a:lstStyle/>
        <a:p>
          <a:endParaRPr lang="en-IN"/>
        </a:p>
      </dgm:t>
    </dgm:pt>
    <dgm:pt modelId="{30E021BD-BA0D-4207-B9B5-B082C72F1E0B}" type="sibTrans" cxnId="{AC33B613-0922-4F50-AD26-AA345C766C38}">
      <dgm:prSet/>
      <dgm:spPr/>
      <dgm:t>
        <a:bodyPr/>
        <a:lstStyle/>
        <a:p>
          <a:endParaRPr lang="en-IN"/>
        </a:p>
      </dgm:t>
    </dgm:pt>
    <dgm:pt modelId="{6BED5658-2313-49B2-9AD1-B0B6D05C64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Trajectory 2: Multi-Layer Hyperparameter Optimization -&gt; Run automated RandomizedSearchCV tuning loops over our top Random Forest architecture to optimize tree depths.</a:t>
          </a:r>
        </a:p>
      </dgm:t>
    </dgm:pt>
    <dgm:pt modelId="{375A724D-1408-496F-9751-2D6479D3E5B3}" type="parTrans" cxnId="{5F7B8F7C-A14D-404F-9EF5-8DF3ECD23CD3}">
      <dgm:prSet/>
      <dgm:spPr/>
      <dgm:t>
        <a:bodyPr/>
        <a:lstStyle/>
        <a:p>
          <a:endParaRPr lang="en-IN"/>
        </a:p>
      </dgm:t>
    </dgm:pt>
    <dgm:pt modelId="{D36851AD-3D53-45A1-ADEC-8D1F94B14FDA}" type="sibTrans" cxnId="{5F7B8F7C-A14D-404F-9EF5-8DF3ECD23CD3}">
      <dgm:prSet/>
      <dgm:spPr/>
      <dgm:t>
        <a:bodyPr/>
        <a:lstStyle/>
        <a:p>
          <a:endParaRPr lang="en-IN"/>
        </a:p>
      </dgm:t>
    </dgm:pt>
    <dgm:pt modelId="{B32EB470-3328-4534-BE18-D5C21E4C76F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Trajectory 3: Feature Interaction Expansion -&gt; Combine humidity records and precipitation depth to build a composite pitch moisture proxy for deep pitch-wear insight.</a:t>
          </a:r>
        </a:p>
      </dgm:t>
    </dgm:pt>
    <dgm:pt modelId="{BA31ADCF-7008-4C06-8D29-C85D16DAA9E4}" type="parTrans" cxnId="{72EADFC3-6AF4-4C35-AA74-6C99590BD3E7}">
      <dgm:prSet/>
      <dgm:spPr/>
      <dgm:t>
        <a:bodyPr/>
        <a:lstStyle/>
        <a:p>
          <a:endParaRPr lang="en-IN"/>
        </a:p>
      </dgm:t>
    </dgm:pt>
    <dgm:pt modelId="{35B81D9E-02C3-4FA0-B770-563C8E3D4AB2}" type="sibTrans" cxnId="{72EADFC3-6AF4-4C35-AA74-6C99590BD3E7}">
      <dgm:prSet/>
      <dgm:spPr/>
      <dgm:t>
        <a:bodyPr/>
        <a:lstStyle/>
        <a:p>
          <a:endParaRPr lang="en-IN"/>
        </a:p>
      </dgm:t>
    </dgm:pt>
    <dgm:pt modelId="{5E360E51-8564-4637-8E99-33941A2322B8}" type="pres">
      <dgm:prSet presAssocID="{04EF8CD2-B85F-4932-8461-C072B62AF96D}" presName="root" presStyleCnt="0">
        <dgm:presLayoutVars>
          <dgm:dir/>
          <dgm:resizeHandles val="exact"/>
        </dgm:presLayoutVars>
      </dgm:prSet>
      <dgm:spPr/>
    </dgm:pt>
    <dgm:pt modelId="{DF7D535C-F110-42F7-8982-717E64680FFF}" type="pres">
      <dgm:prSet presAssocID="{4327B3F8-5FEB-4267-BF4A-4E0533B36219}" presName="compNode" presStyleCnt="0"/>
      <dgm:spPr/>
    </dgm:pt>
    <dgm:pt modelId="{566A52AF-FA2A-4B55-84F6-BC484F207950}" type="pres">
      <dgm:prSet presAssocID="{4327B3F8-5FEB-4267-BF4A-4E0533B36219}" presName="iconBgRect" presStyleLbl="bgShp" presStyleIdx="0" presStyleCnt="3"/>
      <dgm:spPr/>
    </dgm:pt>
    <dgm:pt modelId="{AE0929A1-A00B-457D-B644-DF23F238DBAC}" type="pres">
      <dgm:prSet presAssocID="{4327B3F8-5FEB-4267-BF4A-4E0533B3621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5D17AE0E-A62D-46B9-991D-ABA310B2BC57}" type="pres">
      <dgm:prSet presAssocID="{4327B3F8-5FEB-4267-BF4A-4E0533B36219}" presName="spaceRect" presStyleCnt="0"/>
      <dgm:spPr/>
    </dgm:pt>
    <dgm:pt modelId="{A5D1FC1D-66B2-4EA6-9F52-D454012DEA83}" type="pres">
      <dgm:prSet presAssocID="{4327B3F8-5FEB-4267-BF4A-4E0533B36219}" presName="textRect" presStyleLbl="revTx" presStyleIdx="0" presStyleCnt="3">
        <dgm:presLayoutVars>
          <dgm:chMax val="1"/>
          <dgm:chPref val="1"/>
        </dgm:presLayoutVars>
      </dgm:prSet>
      <dgm:spPr/>
    </dgm:pt>
    <dgm:pt modelId="{623DF2CD-A617-4B50-A621-5E8ADA58C38D}" type="pres">
      <dgm:prSet presAssocID="{30E021BD-BA0D-4207-B9B5-B082C72F1E0B}" presName="sibTrans" presStyleCnt="0"/>
      <dgm:spPr/>
    </dgm:pt>
    <dgm:pt modelId="{334AEE48-BE0B-41A4-ABD1-EB0FDCC6689E}" type="pres">
      <dgm:prSet presAssocID="{6BED5658-2313-49B2-9AD1-B0B6D05C6424}" presName="compNode" presStyleCnt="0"/>
      <dgm:spPr/>
    </dgm:pt>
    <dgm:pt modelId="{86C09A44-3A4F-4E1D-84E8-4687DDFA6ACA}" type="pres">
      <dgm:prSet presAssocID="{6BED5658-2313-49B2-9AD1-B0B6D05C6424}" presName="iconBgRect" presStyleLbl="bgShp" presStyleIdx="1" presStyleCnt="3"/>
      <dgm:spPr/>
    </dgm:pt>
    <dgm:pt modelId="{ECD318D7-9507-4B60-980E-F0BEB533E901}" type="pres">
      <dgm:prSet presAssocID="{6BED5658-2313-49B2-9AD1-B0B6D05C642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94F1269-7B0A-482E-AEE8-D1347CC5E42B}" type="pres">
      <dgm:prSet presAssocID="{6BED5658-2313-49B2-9AD1-B0B6D05C6424}" presName="spaceRect" presStyleCnt="0"/>
      <dgm:spPr/>
    </dgm:pt>
    <dgm:pt modelId="{B4362627-E517-45EE-A4BF-9686298B40FE}" type="pres">
      <dgm:prSet presAssocID="{6BED5658-2313-49B2-9AD1-B0B6D05C6424}" presName="textRect" presStyleLbl="revTx" presStyleIdx="1" presStyleCnt="3">
        <dgm:presLayoutVars>
          <dgm:chMax val="1"/>
          <dgm:chPref val="1"/>
        </dgm:presLayoutVars>
      </dgm:prSet>
      <dgm:spPr/>
    </dgm:pt>
    <dgm:pt modelId="{5D060270-5270-4425-9BE0-F2B0D3CB57D3}" type="pres">
      <dgm:prSet presAssocID="{D36851AD-3D53-45A1-ADEC-8D1F94B14FDA}" presName="sibTrans" presStyleCnt="0"/>
      <dgm:spPr/>
    </dgm:pt>
    <dgm:pt modelId="{229BAE9D-B476-4236-A65D-4E2504FF765D}" type="pres">
      <dgm:prSet presAssocID="{B32EB470-3328-4534-BE18-D5C21E4C76FE}" presName="compNode" presStyleCnt="0"/>
      <dgm:spPr/>
    </dgm:pt>
    <dgm:pt modelId="{D03492BD-8C0B-460B-A6B6-A57FDD0999C1}" type="pres">
      <dgm:prSet presAssocID="{B32EB470-3328-4534-BE18-D5C21E4C76FE}" presName="iconBgRect" presStyleLbl="bgShp" presStyleIdx="2" presStyleCnt="3"/>
      <dgm:spPr/>
    </dgm:pt>
    <dgm:pt modelId="{7D5C0535-115E-4F88-97CF-24872F3DE8F7}" type="pres">
      <dgm:prSet presAssocID="{B32EB470-3328-4534-BE18-D5C21E4C76F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ECA038B8-07FA-4862-A600-41DF16530D05}" type="pres">
      <dgm:prSet presAssocID="{B32EB470-3328-4534-BE18-D5C21E4C76FE}" presName="spaceRect" presStyleCnt="0"/>
      <dgm:spPr/>
    </dgm:pt>
    <dgm:pt modelId="{16261445-8C86-4796-897E-297CCC2D200A}" type="pres">
      <dgm:prSet presAssocID="{B32EB470-3328-4534-BE18-D5C21E4C76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F3EE11-17F5-4925-9030-3791AC8A6D81}" type="presOf" srcId="{4327B3F8-5FEB-4267-BF4A-4E0533B36219}" destId="{A5D1FC1D-66B2-4EA6-9F52-D454012DEA83}" srcOrd="0" destOrd="0" presId="urn:microsoft.com/office/officeart/2018/5/layout/IconCircleLabelList"/>
    <dgm:cxn modelId="{AC33B613-0922-4F50-AD26-AA345C766C38}" srcId="{04EF8CD2-B85F-4932-8461-C072B62AF96D}" destId="{4327B3F8-5FEB-4267-BF4A-4E0533B36219}" srcOrd="0" destOrd="0" parTransId="{9FE267BD-AA12-4666-81EB-413959F132E1}" sibTransId="{30E021BD-BA0D-4207-B9B5-B082C72F1E0B}"/>
    <dgm:cxn modelId="{8CF43C2E-297D-4052-BECF-8A9EDFEC2CE0}" type="presOf" srcId="{6BED5658-2313-49B2-9AD1-B0B6D05C6424}" destId="{B4362627-E517-45EE-A4BF-9686298B40FE}" srcOrd="0" destOrd="0" presId="urn:microsoft.com/office/officeart/2018/5/layout/IconCircleLabelList"/>
    <dgm:cxn modelId="{0630DD4F-02C4-46AE-898C-CE69D952C9B4}" type="presOf" srcId="{B32EB470-3328-4534-BE18-D5C21E4C76FE}" destId="{16261445-8C86-4796-897E-297CCC2D200A}" srcOrd="0" destOrd="0" presId="urn:microsoft.com/office/officeart/2018/5/layout/IconCircleLabelList"/>
    <dgm:cxn modelId="{5F7B8F7C-A14D-404F-9EF5-8DF3ECD23CD3}" srcId="{04EF8CD2-B85F-4932-8461-C072B62AF96D}" destId="{6BED5658-2313-49B2-9AD1-B0B6D05C6424}" srcOrd="1" destOrd="0" parTransId="{375A724D-1408-496F-9751-2D6479D3E5B3}" sibTransId="{D36851AD-3D53-45A1-ADEC-8D1F94B14FDA}"/>
    <dgm:cxn modelId="{72EADFC3-6AF4-4C35-AA74-6C99590BD3E7}" srcId="{04EF8CD2-B85F-4932-8461-C072B62AF96D}" destId="{B32EB470-3328-4534-BE18-D5C21E4C76FE}" srcOrd="2" destOrd="0" parTransId="{BA31ADCF-7008-4C06-8D29-C85D16DAA9E4}" sibTransId="{35B81D9E-02C3-4FA0-B770-563C8E3D4AB2}"/>
    <dgm:cxn modelId="{D22ECFE4-753F-4078-B812-2C8E6248B360}" type="presOf" srcId="{04EF8CD2-B85F-4932-8461-C072B62AF96D}" destId="{5E360E51-8564-4637-8E99-33941A2322B8}" srcOrd="0" destOrd="0" presId="urn:microsoft.com/office/officeart/2018/5/layout/IconCircleLabelList"/>
    <dgm:cxn modelId="{F123C3E1-E0F4-42E6-89EC-AD368F719A95}" type="presParOf" srcId="{5E360E51-8564-4637-8E99-33941A2322B8}" destId="{DF7D535C-F110-42F7-8982-717E64680FFF}" srcOrd="0" destOrd="0" presId="urn:microsoft.com/office/officeart/2018/5/layout/IconCircleLabelList"/>
    <dgm:cxn modelId="{048FF03B-2653-4076-8108-A4B9A843B902}" type="presParOf" srcId="{DF7D535C-F110-42F7-8982-717E64680FFF}" destId="{566A52AF-FA2A-4B55-84F6-BC484F207950}" srcOrd="0" destOrd="0" presId="urn:microsoft.com/office/officeart/2018/5/layout/IconCircleLabelList"/>
    <dgm:cxn modelId="{5469668A-2148-4B1E-B371-F2853C8C7CE9}" type="presParOf" srcId="{DF7D535C-F110-42F7-8982-717E64680FFF}" destId="{AE0929A1-A00B-457D-B644-DF23F238DBAC}" srcOrd="1" destOrd="0" presId="urn:microsoft.com/office/officeart/2018/5/layout/IconCircleLabelList"/>
    <dgm:cxn modelId="{A1055BDB-FD30-4222-86D2-5A07E5022A08}" type="presParOf" srcId="{DF7D535C-F110-42F7-8982-717E64680FFF}" destId="{5D17AE0E-A62D-46B9-991D-ABA310B2BC57}" srcOrd="2" destOrd="0" presId="urn:microsoft.com/office/officeart/2018/5/layout/IconCircleLabelList"/>
    <dgm:cxn modelId="{8D41BC9A-F76B-4BDB-83EF-F381A585DED7}" type="presParOf" srcId="{DF7D535C-F110-42F7-8982-717E64680FFF}" destId="{A5D1FC1D-66B2-4EA6-9F52-D454012DEA83}" srcOrd="3" destOrd="0" presId="urn:microsoft.com/office/officeart/2018/5/layout/IconCircleLabelList"/>
    <dgm:cxn modelId="{33797C2D-36D6-414C-9BC8-EF319006FC8C}" type="presParOf" srcId="{5E360E51-8564-4637-8E99-33941A2322B8}" destId="{623DF2CD-A617-4B50-A621-5E8ADA58C38D}" srcOrd="1" destOrd="0" presId="urn:microsoft.com/office/officeart/2018/5/layout/IconCircleLabelList"/>
    <dgm:cxn modelId="{B0458D6D-8359-44B0-B349-19EB1C64E848}" type="presParOf" srcId="{5E360E51-8564-4637-8E99-33941A2322B8}" destId="{334AEE48-BE0B-41A4-ABD1-EB0FDCC6689E}" srcOrd="2" destOrd="0" presId="urn:microsoft.com/office/officeart/2018/5/layout/IconCircleLabelList"/>
    <dgm:cxn modelId="{6B81FD46-C707-46D3-89DD-600D7B90AA60}" type="presParOf" srcId="{334AEE48-BE0B-41A4-ABD1-EB0FDCC6689E}" destId="{86C09A44-3A4F-4E1D-84E8-4687DDFA6ACA}" srcOrd="0" destOrd="0" presId="urn:microsoft.com/office/officeart/2018/5/layout/IconCircleLabelList"/>
    <dgm:cxn modelId="{3CB8EAE5-C1D1-46D7-9938-71DBA07CE701}" type="presParOf" srcId="{334AEE48-BE0B-41A4-ABD1-EB0FDCC6689E}" destId="{ECD318D7-9507-4B60-980E-F0BEB533E901}" srcOrd="1" destOrd="0" presId="urn:microsoft.com/office/officeart/2018/5/layout/IconCircleLabelList"/>
    <dgm:cxn modelId="{7A8173C0-DB4D-4524-9430-B0C738A00547}" type="presParOf" srcId="{334AEE48-BE0B-41A4-ABD1-EB0FDCC6689E}" destId="{F94F1269-7B0A-482E-AEE8-D1347CC5E42B}" srcOrd="2" destOrd="0" presId="urn:microsoft.com/office/officeart/2018/5/layout/IconCircleLabelList"/>
    <dgm:cxn modelId="{60A5B232-A3FF-4E46-9587-1FCA41718BE5}" type="presParOf" srcId="{334AEE48-BE0B-41A4-ABD1-EB0FDCC6689E}" destId="{B4362627-E517-45EE-A4BF-9686298B40FE}" srcOrd="3" destOrd="0" presId="urn:microsoft.com/office/officeart/2018/5/layout/IconCircleLabelList"/>
    <dgm:cxn modelId="{7677475A-2A29-4EE3-BBEF-0FBDC72DE4E3}" type="presParOf" srcId="{5E360E51-8564-4637-8E99-33941A2322B8}" destId="{5D060270-5270-4425-9BE0-F2B0D3CB57D3}" srcOrd="3" destOrd="0" presId="urn:microsoft.com/office/officeart/2018/5/layout/IconCircleLabelList"/>
    <dgm:cxn modelId="{618EE01B-5372-4BAA-B1AF-9948B65297D2}" type="presParOf" srcId="{5E360E51-8564-4637-8E99-33941A2322B8}" destId="{229BAE9D-B476-4236-A65D-4E2504FF765D}" srcOrd="4" destOrd="0" presId="urn:microsoft.com/office/officeart/2018/5/layout/IconCircleLabelList"/>
    <dgm:cxn modelId="{803391B6-9E1E-4069-8FB6-ACC4259C56E1}" type="presParOf" srcId="{229BAE9D-B476-4236-A65D-4E2504FF765D}" destId="{D03492BD-8C0B-460B-A6B6-A57FDD0999C1}" srcOrd="0" destOrd="0" presId="urn:microsoft.com/office/officeart/2018/5/layout/IconCircleLabelList"/>
    <dgm:cxn modelId="{2F5F7D3C-B025-4500-9B4C-C7ECCF21AB3E}" type="presParOf" srcId="{229BAE9D-B476-4236-A65D-4E2504FF765D}" destId="{7D5C0535-115E-4F88-97CF-24872F3DE8F7}" srcOrd="1" destOrd="0" presId="urn:microsoft.com/office/officeart/2018/5/layout/IconCircleLabelList"/>
    <dgm:cxn modelId="{C32E2AA1-BDA3-4287-B501-8223EE32B83D}" type="presParOf" srcId="{229BAE9D-B476-4236-A65D-4E2504FF765D}" destId="{ECA038B8-07FA-4862-A600-41DF16530D05}" srcOrd="2" destOrd="0" presId="urn:microsoft.com/office/officeart/2018/5/layout/IconCircleLabelList"/>
    <dgm:cxn modelId="{C9208DF5-8660-47E7-A04E-214CC647C98E}" type="presParOf" srcId="{229BAE9D-B476-4236-A65D-4E2504FF765D}" destId="{16261445-8C86-4796-897E-297CCC2D20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2DD3AF7-11D3-44AB-AE7A-D882C7273D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F62E2C-7624-4D2C-B313-C5ACEF732B29}">
      <dgm:prSet/>
      <dgm:spPr/>
      <dgm:t>
        <a:bodyPr/>
        <a:lstStyle/>
        <a:p>
          <a:r>
            <a:rPr lang="en-US"/>
            <a:t>• Prediction Target: team_total_score (Continuous Numerical Regression tracking total runs in an innings).</a:t>
          </a:r>
        </a:p>
      </dgm:t>
    </dgm:pt>
    <dgm:pt modelId="{46195929-3C3A-402B-9916-FFFA1BA35B6E}" type="parTrans" cxnId="{DD851A6B-46BE-40C0-9C25-23AC653D259C}">
      <dgm:prSet/>
      <dgm:spPr/>
      <dgm:t>
        <a:bodyPr/>
        <a:lstStyle/>
        <a:p>
          <a:endParaRPr lang="en-US"/>
        </a:p>
      </dgm:t>
    </dgm:pt>
    <dgm:pt modelId="{069A0B01-7903-49BE-B923-1E5D30E7704A}" type="sibTrans" cxnId="{DD851A6B-46BE-40C0-9C25-23AC653D259C}">
      <dgm:prSet/>
      <dgm:spPr/>
      <dgm:t>
        <a:bodyPr/>
        <a:lstStyle/>
        <a:p>
          <a:endParaRPr lang="en-US"/>
        </a:p>
      </dgm:t>
    </dgm:pt>
    <dgm:pt modelId="{EA848A34-68B0-4DB7-A5DA-36A4724507A2}">
      <dgm:prSet/>
      <dgm:spPr/>
      <dgm:t>
        <a:bodyPr/>
        <a:lstStyle/>
        <a:p>
          <a:r>
            <a:rPr lang="en-US"/>
            <a:t>• Core Problem: Traditional sports models rely strictly on historical player stats, ignoring real-time planetary parameters.</a:t>
          </a:r>
        </a:p>
      </dgm:t>
    </dgm:pt>
    <dgm:pt modelId="{0B0F56FC-CBD0-45AF-9466-638B549ACB31}" type="parTrans" cxnId="{E026612B-1745-4C51-8EDB-D15504AA8473}">
      <dgm:prSet/>
      <dgm:spPr/>
      <dgm:t>
        <a:bodyPr/>
        <a:lstStyle/>
        <a:p>
          <a:endParaRPr lang="en-US"/>
        </a:p>
      </dgm:t>
    </dgm:pt>
    <dgm:pt modelId="{F3A730FC-99FE-4A42-8C3E-580B6199F8A5}" type="sibTrans" cxnId="{E026612B-1745-4C51-8EDB-D15504AA8473}">
      <dgm:prSet/>
      <dgm:spPr/>
      <dgm:t>
        <a:bodyPr/>
        <a:lstStyle/>
        <a:p>
          <a:endParaRPr lang="en-US"/>
        </a:p>
      </dgm:t>
    </dgm:pt>
    <dgm:pt modelId="{AC32E0DA-0A4B-4F7F-A2D2-D9377D5B41B3}">
      <dgm:prSet/>
      <dgm:spPr/>
      <dgm:t>
        <a:bodyPr/>
        <a:lstStyle/>
        <a:p>
          <a:r>
            <a:rPr lang="en-US"/>
            <a:t>• Why it Matters: Microclimate factors (temperature, humidity, rain) alter pitch friction, ball swing, and outfield drag.</a:t>
          </a:r>
        </a:p>
      </dgm:t>
    </dgm:pt>
    <dgm:pt modelId="{60D18D7C-C1FE-414A-BDE5-3E2C8899E440}" type="parTrans" cxnId="{910D2B6C-95A0-470B-9AF2-831BF6C60511}">
      <dgm:prSet/>
      <dgm:spPr/>
      <dgm:t>
        <a:bodyPr/>
        <a:lstStyle/>
        <a:p>
          <a:endParaRPr lang="en-US"/>
        </a:p>
      </dgm:t>
    </dgm:pt>
    <dgm:pt modelId="{6018DD38-BAB6-4009-B8F0-6815B28D1019}" type="sibTrans" cxnId="{910D2B6C-95A0-470B-9AF2-831BF6C60511}">
      <dgm:prSet/>
      <dgm:spPr/>
      <dgm:t>
        <a:bodyPr/>
        <a:lstStyle/>
        <a:p>
          <a:endParaRPr lang="en-US"/>
        </a:p>
      </dgm:t>
    </dgm:pt>
    <dgm:pt modelId="{A6BE58B0-99CD-40C7-B89D-CE6A16C29815}">
      <dgm:prSet/>
      <dgm:spPr/>
      <dgm:t>
        <a:bodyPr/>
        <a:lstStyle/>
        <a:p>
          <a:r>
            <a:rPr lang="en-US"/>
            <a:t>• Format Justification: Selected 50-over ODIs to provide the models with a wide, structurally stable resource window (overs_played).</a:t>
          </a:r>
        </a:p>
      </dgm:t>
    </dgm:pt>
    <dgm:pt modelId="{39383F4E-4717-4774-BC7A-EAE0E48B0157}" type="parTrans" cxnId="{23E954DA-7EFC-4FA6-B5FE-84FD2715069F}">
      <dgm:prSet/>
      <dgm:spPr/>
      <dgm:t>
        <a:bodyPr/>
        <a:lstStyle/>
        <a:p>
          <a:endParaRPr lang="en-US"/>
        </a:p>
      </dgm:t>
    </dgm:pt>
    <dgm:pt modelId="{4B1E5F69-72C3-45C2-BD8A-7BEC5C3FCF8F}" type="sibTrans" cxnId="{23E954DA-7EFC-4FA6-B5FE-84FD2715069F}">
      <dgm:prSet/>
      <dgm:spPr/>
      <dgm:t>
        <a:bodyPr/>
        <a:lstStyle/>
        <a:p>
          <a:endParaRPr lang="en-US"/>
        </a:p>
      </dgm:t>
    </dgm:pt>
    <dgm:pt modelId="{FEA5C54E-0910-4000-BC9D-2CE0C14B9FA3}" type="pres">
      <dgm:prSet presAssocID="{A2DD3AF7-11D3-44AB-AE7A-D882C7273D49}" presName="root" presStyleCnt="0">
        <dgm:presLayoutVars>
          <dgm:dir/>
          <dgm:resizeHandles val="exact"/>
        </dgm:presLayoutVars>
      </dgm:prSet>
      <dgm:spPr/>
    </dgm:pt>
    <dgm:pt modelId="{F1711DF9-0785-45BD-81F1-6C1FC8083BC6}" type="pres">
      <dgm:prSet presAssocID="{36F62E2C-7624-4D2C-B313-C5ACEF732B29}" presName="compNode" presStyleCnt="0"/>
      <dgm:spPr/>
    </dgm:pt>
    <dgm:pt modelId="{96E0619A-CCD5-4163-AD62-87933A47430D}" type="pres">
      <dgm:prSet presAssocID="{36F62E2C-7624-4D2C-B313-C5ACEF732B29}" presName="bgRect" presStyleLbl="bgShp" presStyleIdx="0" presStyleCnt="4"/>
      <dgm:spPr/>
    </dgm:pt>
    <dgm:pt modelId="{390E5D6A-22EA-44A7-B461-01C9F195814F}" type="pres">
      <dgm:prSet presAssocID="{36F62E2C-7624-4D2C-B313-C5ACEF732B2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9F25801B-B3D7-4437-92C4-2C98B123C6D8}" type="pres">
      <dgm:prSet presAssocID="{36F62E2C-7624-4D2C-B313-C5ACEF732B29}" presName="spaceRect" presStyleCnt="0"/>
      <dgm:spPr/>
    </dgm:pt>
    <dgm:pt modelId="{7F446CEB-4486-4125-80E8-171E713E030D}" type="pres">
      <dgm:prSet presAssocID="{36F62E2C-7624-4D2C-B313-C5ACEF732B29}" presName="parTx" presStyleLbl="revTx" presStyleIdx="0" presStyleCnt="4">
        <dgm:presLayoutVars>
          <dgm:chMax val="0"/>
          <dgm:chPref val="0"/>
        </dgm:presLayoutVars>
      </dgm:prSet>
      <dgm:spPr/>
    </dgm:pt>
    <dgm:pt modelId="{6815F10F-D7FF-40CE-BBD3-E2225F56EFAF}" type="pres">
      <dgm:prSet presAssocID="{069A0B01-7903-49BE-B923-1E5D30E7704A}" presName="sibTrans" presStyleCnt="0"/>
      <dgm:spPr/>
    </dgm:pt>
    <dgm:pt modelId="{399889A7-F0CD-4C3A-8A5E-F315D792E4C4}" type="pres">
      <dgm:prSet presAssocID="{EA848A34-68B0-4DB7-A5DA-36A4724507A2}" presName="compNode" presStyleCnt="0"/>
      <dgm:spPr/>
    </dgm:pt>
    <dgm:pt modelId="{E9CB2498-6F95-45DD-9DEB-3F48D90FDD07}" type="pres">
      <dgm:prSet presAssocID="{EA848A34-68B0-4DB7-A5DA-36A4724507A2}" presName="bgRect" presStyleLbl="bgShp" presStyleIdx="1" presStyleCnt="4"/>
      <dgm:spPr/>
    </dgm:pt>
    <dgm:pt modelId="{B1EE1093-1506-41EF-817F-91545EBF4830}" type="pres">
      <dgm:prSet presAssocID="{EA848A34-68B0-4DB7-A5DA-36A4724507A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2288C711-19FF-47A8-9D10-0570B1C556C2}" type="pres">
      <dgm:prSet presAssocID="{EA848A34-68B0-4DB7-A5DA-36A4724507A2}" presName="spaceRect" presStyleCnt="0"/>
      <dgm:spPr/>
    </dgm:pt>
    <dgm:pt modelId="{568DEF54-EF77-4617-A68F-580DF37ACD1E}" type="pres">
      <dgm:prSet presAssocID="{EA848A34-68B0-4DB7-A5DA-36A4724507A2}" presName="parTx" presStyleLbl="revTx" presStyleIdx="1" presStyleCnt="4">
        <dgm:presLayoutVars>
          <dgm:chMax val="0"/>
          <dgm:chPref val="0"/>
        </dgm:presLayoutVars>
      </dgm:prSet>
      <dgm:spPr/>
    </dgm:pt>
    <dgm:pt modelId="{8F502F50-28CC-4C40-95CE-3F9536218D1C}" type="pres">
      <dgm:prSet presAssocID="{F3A730FC-99FE-4A42-8C3E-580B6199F8A5}" presName="sibTrans" presStyleCnt="0"/>
      <dgm:spPr/>
    </dgm:pt>
    <dgm:pt modelId="{90AAE27A-752C-4CD7-854B-2784CA8EDB8D}" type="pres">
      <dgm:prSet presAssocID="{AC32E0DA-0A4B-4F7F-A2D2-D9377D5B41B3}" presName="compNode" presStyleCnt="0"/>
      <dgm:spPr/>
    </dgm:pt>
    <dgm:pt modelId="{73E46685-965D-4CB9-A981-7D50F33512FA}" type="pres">
      <dgm:prSet presAssocID="{AC32E0DA-0A4B-4F7F-A2D2-D9377D5B41B3}" presName="bgRect" presStyleLbl="bgShp" presStyleIdx="2" presStyleCnt="4"/>
      <dgm:spPr/>
    </dgm:pt>
    <dgm:pt modelId="{3B8FCEDD-9DB5-4DF1-A2E9-01850EE33871}" type="pres">
      <dgm:prSet presAssocID="{AC32E0DA-0A4B-4F7F-A2D2-D9377D5B41B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D94D0735-39B6-4367-91EF-94B496B6C823}" type="pres">
      <dgm:prSet presAssocID="{AC32E0DA-0A4B-4F7F-A2D2-D9377D5B41B3}" presName="spaceRect" presStyleCnt="0"/>
      <dgm:spPr/>
    </dgm:pt>
    <dgm:pt modelId="{2CCA911E-52DC-41D4-9B06-6C036CC07AC3}" type="pres">
      <dgm:prSet presAssocID="{AC32E0DA-0A4B-4F7F-A2D2-D9377D5B41B3}" presName="parTx" presStyleLbl="revTx" presStyleIdx="2" presStyleCnt="4">
        <dgm:presLayoutVars>
          <dgm:chMax val="0"/>
          <dgm:chPref val="0"/>
        </dgm:presLayoutVars>
      </dgm:prSet>
      <dgm:spPr/>
    </dgm:pt>
    <dgm:pt modelId="{9B8E07EB-DB4C-4E6F-8505-4A016054E1A5}" type="pres">
      <dgm:prSet presAssocID="{6018DD38-BAB6-4009-B8F0-6815B28D1019}" presName="sibTrans" presStyleCnt="0"/>
      <dgm:spPr/>
    </dgm:pt>
    <dgm:pt modelId="{6AAA8BBD-DE81-4F53-B859-8FBE334B97A5}" type="pres">
      <dgm:prSet presAssocID="{A6BE58B0-99CD-40C7-B89D-CE6A16C29815}" presName="compNode" presStyleCnt="0"/>
      <dgm:spPr/>
    </dgm:pt>
    <dgm:pt modelId="{2E911503-F8B3-43C6-A362-0853B40CB941}" type="pres">
      <dgm:prSet presAssocID="{A6BE58B0-99CD-40C7-B89D-CE6A16C29815}" presName="bgRect" presStyleLbl="bgShp" presStyleIdx="3" presStyleCnt="4"/>
      <dgm:spPr/>
    </dgm:pt>
    <dgm:pt modelId="{16C93C04-88BC-4D9E-A566-E52D90CA8BD6}" type="pres">
      <dgm:prSet presAssocID="{A6BE58B0-99CD-40C7-B89D-CE6A16C2981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 bat and ball"/>
        </a:ext>
      </dgm:extLst>
    </dgm:pt>
    <dgm:pt modelId="{A65311B5-01E0-409C-AED1-9EAF0EE87058}" type="pres">
      <dgm:prSet presAssocID="{A6BE58B0-99CD-40C7-B89D-CE6A16C29815}" presName="spaceRect" presStyleCnt="0"/>
      <dgm:spPr/>
    </dgm:pt>
    <dgm:pt modelId="{1E503F83-9CF4-4006-A331-E7FB7D1BD1F6}" type="pres">
      <dgm:prSet presAssocID="{A6BE58B0-99CD-40C7-B89D-CE6A16C2981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D89C100-B5CD-4715-8F4F-1F11EDD69424}" type="presOf" srcId="{A2DD3AF7-11D3-44AB-AE7A-D882C7273D49}" destId="{FEA5C54E-0910-4000-BC9D-2CE0C14B9FA3}" srcOrd="0" destOrd="0" presId="urn:microsoft.com/office/officeart/2018/2/layout/IconVerticalSolidList"/>
    <dgm:cxn modelId="{E026612B-1745-4C51-8EDB-D15504AA8473}" srcId="{A2DD3AF7-11D3-44AB-AE7A-D882C7273D49}" destId="{EA848A34-68B0-4DB7-A5DA-36A4724507A2}" srcOrd="1" destOrd="0" parTransId="{0B0F56FC-CBD0-45AF-9466-638B549ACB31}" sibTransId="{F3A730FC-99FE-4A42-8C3E-580B6199F8A5}"/>
    <dgm:cxn modelId="{6E49E962-F930-4A95-8CC4-2A40BDC8450B}" type="presOf" srcId="{A6BE58B0-99CD-40C7-B89D-CE6A16C29815}" destId="{1E503F83-9CF4-4006-A331-E7FB7D1BD1F6}" srcOrd="0" destOrd="0" presId="urn:microsoft.com/office/officeart/2018/2/layout/IconVerticalSolidList"/>
    <dgm:cxn modelId="{72752F49-3282-49DB-869A-7D6A62446F1A}" type="presOf" srcId="{EA848A34-68B0-4DB7-A5DA-36A4724507A2}" destId="{568DEF54-EF77-4617-A68F-580DF37ACD1E}" srcOrd="0" destOrd="0" presId="urn:microsoft.com/office/officeart/2018/2/layout/IconVerticalSolidList"/>
    <dgm:cxn modelId="{DD851A6B-46BE-40C0-9C25-23AC653D259C}" srcId="{A2DD3AF7-11D3-44AB-AE7A-D882C7273D49}" destId="{36F62E2C-7624-4D2C-B313-C5ACEF732B29}" srcOrd="0" destOrd="0" parTransId="{46195929-3C3A-402B-9916-FFFA1BA35B6E}" sibTransId="{069A0B01-7903-49BE-B923-1E5D30E7704A}"/>
    <dgm:cxn modelId="{910D2B6C-95A0-470B-9AF2-831BF6C60511}" srcId="{A2DD3AF7-11D3-44AB-AE7A-D882C7273D49}" destId="{AC32E0DA-0A4B-4F7F-A2D2-D9377D5B41B3}" srcOrd="2" destOrd="0" parTransId="{60D18D7C-C1FE-414A-BDE5-3E2C8899E440}" sibTransId="{6018DD38-BAB6-4009-B8F0-6815B28D1019}"/>
    <dgm:cxn modelId="{917D7F4F-249A-4547-AFCE-C042FC6A8175}" type="presOf" srcId="{AC32E0DA-0A4B-4F7F-A2D2-D9377D5B41B3}" destId="{2CCA911E-52DC-41D4-9B06-6C036CC07AC3}" srcOrd="0" destOrd="0" presId="urn:microsoft.com/office/officeart/2018/2/layout/IconVerticalSolidList"/>
    <dgm:cxn modelId="{23E954DA-7EFC-4FA6-B5FE-84FD2715069F}" srcId="{A2DD3AF7-11D3-44AB-AE7A-D882C7273D49}" destId="{A6BE58B0-99CD-40C7-B89D-CE6A16C29815}" srcOrd="3" destOrd="0" parTransId="{39383F4E-4717-4774-BC7A-EAE0E48B0157}" sibTransId="{4B1E5F69-72C3-45C2-BD8A-7BEC5C3FCF8F}"/>
    <dgm:cxn modelId="{CCD87EF6-2010-4E29-8B10-0FE4CD9E22C7}" type="presOf" srcId="{36F62E2C-7624-4D2C-B313-C5ACEF732B29}" destId="{7F446CEB-4486-4125-80E8-171E713E030D}" srcOrd="0" destOrd="0" presId="urn:microsoft.com/office/officeart/2018/2/layout/IconVerticalSolidList"/>
    <dgm:cxn modelId="{70E2532D-9506-499E-A99B-CCD1A59514A4}" type="presParOf" srcId="{FEA5C54E-0910-4000-BC9D-2CE0C14B9FA3}" destId="{F1711DF9-0785-45BD-81F1-6C1FC8083BC6}" srcOrd="0" destOrd="0" presId="urn:microsoft.com/office/officeart/2018/2/layout/IconVerticalSolidList"/>
    <dgm:cxn modelId="{267BEB33-FAB2-46D2-9A74-FA6C67496371}" type="presParOf" srcId="{F1711DF9-0785-45BD-81F1-6C1FC8083BC6}" destId="{96E0619A-CCD5-4163-AD62-87933A47430D}" srcOrd="0" destOrd="0" presId="urn:microsoft.com/office/officeart/2018/2/layout/IconVerticalSolidList"/>
    <dgm:cxn modelId="{130B783F-38D6-499E-8E41-081312AF65D0}" type="presParOf" srcId="{F1711DF9-0785-45BD-81F1-6C1FC8083BC6}" destId="{390E5D6A-22EA-44A7-B461-01C9F195814F}" srcOrd="1" destOrd="0" presId="urn:microsoft.com/office/officeart/2018/2/layout/IconVerticalSolidList"/>
    <dgm:cxn modelId="{72401660-1A81-4AFE-B7B6-13C0A4E112FB}" type="presParOf" srcId="{F1711DF9-0785-45BD-81F1-6C1FC8083BC6}" destId="{9F25801B-B3D7-4437-92C4-2C98B123C6D8}" srcOrd="2" destOrd="0" presId="urn:microsoft.com/office/officeart/2018/2/layout/IconVerticalSolidList"/>
    <dgm:cxn modelId="{AAE07E5C-8900-47E1-80AB-95A947F9619D}" type="presParOf" srcId="{F1711DF9-0785-45BD-81F1-6C1FC8083BC6}" destId="{7F446CEB-4486-4125-80E8-171E713E030D}" srcOrd="3" destOrd="0" presId="urn:microsoft.com/office/officeart/2018/2/layout/IconVerticalSolidList"/>
    <dgm:cxn modelId="{DEA4C188-C602-4E33-8365-1893F8C013C8}" type="presParOf" srcId="{FEA5C54E-0910-4000-BC9D-2CE0C14B9FA3}" destId="{6815F10F-D7FF-40CE-BBD3-E2225F56EFAF}" srcOrd="1" destOrd="0" presId="urn:microsoft.com/office/officeart/2018/2/layout/IconVerticalSolidList"/>
    <dgm:cxn modelId="{EFC598F7-888A-45B6-82F3-1F6AE0BE456A}" type="presParOf" srcId="{FEA5C54E-0910-4000-BC9D-2CE0C14B9FA3}" destId="{399889A7-F0CD-4C3A-8A5E-F315D792E4C4}" srcOrd="2" destOrd="0" presId="urn:microsoft.com/office/officeart/2018/2/layout/IconVerticalSolidList"/>
    <dgm:cxn modelId="{5469A28C-1758-41A2-9250-D29D3BEDB067}" type="presParOf" srcId="{399889A7-F0CD-4C3A-8A5E-F315D792E4C4}" destId="{E9CB2498-6F95-45DD-9DEB-3F48D90FDD07}" srcOrd="0" destOrd="0" presId="urn:microsoft.com/office/officeart/2018/2/layout/IconVerticalSolidList"/>
    <dgm:cxn modelId="{4E321B91-DC67-455B-9436-A516543242CA}" type="presParOf" srcId="{399889A7-F0CD-4C3A-8A5E-F315D792E4C4}" destId="{B1EE1093-1506-41EF-817F-91545EBF4830}" srcOrd="1" destOrd="0" presId="urn:microsoft.com/office/officeart/2018/2/layout/IconVerticalSolidList"/>
    <dgm:cxn modelId="{F219B163-F62A-4F49-AB42-5549AF5866ED}" type="presParOf" srcId="{399889A7-F0CD-4C3A-8A5E-F315D792E4C4}" destId="{2288C711-19FF-47A8-9D10-0570B1C556C2}" srcOrd="2" destOrd="0" presId="urn:microsoft.com/office/officeart/2018/2/layout/IconVerticalSolidList"/>
    <dgm:cxn modelId="{7CFB9300-707A-4635-AE9F-C55F3C3AC81D}" type="presParOf" srcId="{399889A7-F0CD-4C3A-8A5E-F315D792E4C4}" destId="{568DEF54-EF77-4617-A68F-580DF37ACD1E}" srcOrd="3" destOrd="0" presId="urn:microsoft.com/office/officeart/2018/2/layout/IconVerticalSolidList"/>
    <dgm:cxn modelId="{58564EBA-DCEC-4DB1-9115-760D5CE50324}" type="presParOf" srcId="{FEA5C54E-0910-4000-BC9D-2CE0C14B9FA3}" destId="{8F502F50-28CC-4C40-95CE-3F9536218D1C}" srcOrd="3" destOrd="0" presId="urn:microsoft.com/office/officeart/2018/2/layout/IconVerticalSolidList"/>
    <dgm:cxn modelId="{77681C20-231A-4794-A1AD-5333AB51195E}" type="presParOf" srcId="{FEA5C54E-0910-4000-BC9D-2CE0C14B9FA3}" destId="{90AAE27A-752C-4CD7-854B-2784CA8EDB8D}" srcOrd="4" destOrd="0" presId="urn:microsoft.com/office/officeart/2018/2/layout/IconVerticalSolidList"/>
    <dgm:cxn modelId="{550FC963-13FD-4736-B966-570B8F1CCA0F}" type="presParOf" srcId="{90AAE27A-752C-4CD7-854B-2784CA8EDB8D}" destId="{73E46685-965D-4CB9-A981-7D50F33512FA}" srcOrd="0" destOrd="0" presId="urn:microsoft.com/office/officeart/2018/2/layout/IconVerticalSolidList"/>
    <dgm:cxn modelId="{7863BC57-ED88-49D6-AC81-4AB713627169}" type="presParOf" srcId="{90AAE27A-752C-4CD7-854B-2784CA8EDB8D}" destId="{3B8FCEDD-9DB5-4DF1-A2E9-01850EE33871}" srcOrd="1" destOrd="0" presId="urn:microsoft.com/office/officeart/2018/2/layout/IconVerticalSolidList"/>
    <dgm:cxn modelId="{242B2186-20CE-4A0B-A820-122245B8C91F}" type="presParOf" srcId="{90AAE27A-752C-4CD7-854B-2784CA8EDB8D}" destId="{D94D0735-39B6-4367-91EF-94B496B6C823}" srcOrd="2" destOrd="0" presId="urn:microsoft.com/office/officeart/2018/2/layout/IconVerticalSolidList"/>
    <dgm:cxn modelId="{9C92A628-6CC6-46ED-BC46-18AAD7723707}" type="presParOf" srcId="{90AAE27A-752C-4CD7-854B-2784CA8EDB8D}" destId="{2CCA911E-52DC-41D4-9B06-6C036CC07AC3}" srcOrd="3" destOrd="0" presId="urn:microsoft.com/office/officeart/2018/2/layout/IconVerticalSolidList"/>
    <dgm:cxn modelId="{6F70CD5A-E4CA-4C1B-823A-2948D9D383A4}" type="presParOf" srcId="{FEA5C54E-0910-4000-BC9D-2CE0C14B9FA3}" destId="{9B8E07EB-DB4C-4E6F-8505-4A016054E1A5}" srcOrd="5" destOrd="0" presId="urn:microsoft.com/office/officeart/2018/2/layout/IconVerticalSolidList"/>
    <dgm:cxn modelId="{05656D13-9A97-406E-A2DE-D41E034296ED}" type="presParOf" srcId="{FEA5C54E-0910-4000-BC9D-2CE0C14B9FA3}" destId="{6AAA8BBD-DE81-4F53-B859-8FBE334B97A5}" srcOrd="6" destOrd="0" presId="urn:microsoft.com/office/officeart/2018/2/layout/IconVerticalSolidList"/>
    <dgm:cxn modelId="{6965FA89-6A88-4C50-9476-C5438A8F129D}" type="presParOf" srcId="{6AAA8BBD-DE81-4F53-B859-8FBE334B97A5}" destId="{2E911503-F8B3-43C6-A362-0853B40CB941}" srcOrd="0" destOrd="0" presId="urn:microsoft.com/office/officeart/2018/2/layout/IconVerticalSolidList"/>
    <dgm:cxn modelId="{2905D391-D482-4290-9C23-37DF77B826F2}" type="presParOf" srcId="{6AAA8BBD-DE81-4F53-B859-8FBE334B97A5}" destId="{16C93C04-88BC-4D9E-A566-E52D90CA8BD6}" srcOrd="1" destOrd="0" presId="urn:microsoft.com/office/officeart/2018/2/layout/IconVerticalSolidList"/>
    <dgm:cxn modelId="{B220B75F-0FCC-4689-9FB7-2945C2B98838}" type="presParOf" srcId="{6AAA8BBD-DE81-4F53-B859-8FBE334B97A5}" destId="{A65311B5-01E0-409C-AED1-9EAF0EE87058}" srcOrd="2" destOrd="0" presId="urn:microsoft.com/office/officeart/2018/2/layout/IconVerticalSolidList"/>
    <dgm:cxn modelId="{BBDF6113-9932-4E53-BCE7-DABF2AA71D84}" type="presParOf" srcId="{6AAA8BBD-DE81-4F53-B859-8FBE334B97A5}" destId="{1E503F83-9CF4-4006-A331-E7FB7D1BD1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0622454-E529-42D8-B9E6-2BF730080E9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30D76A-13C2-4416-8A5C-336F9C74F7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Source 1: Cricsheet.org -&gt; Granular ball-by-ball JSON match logs.</a:t>
          </a:r>
        </a:p>
      </dgm:t>
    </dgm:pt>
    <dgm:pt modelId="{5FFF80AE-8FC5-4E93-9222-F868477D8F9C}" type="parTrans" cxnId="{26125440-F6D2-4AB7-81F5-959A96160475}">
      <dgm:prSet/>
      <dgm:spPr/>
      <dgm:t>
        <a:bodyPr/>
        <a:lstStyle/>
        <a:p>
          <a:endParaRPr lang="en-US"/>
        </a:p>
      </dgm:t>
    </dgm:pt>
    <dgm:pt modelId="{27E1ECB5-C9F1-4590-8523-2869F3BF2866}" type="sibTrans" cxnId="{26125440-F6D2-4AB7-81F5-959A96160475}">
      <dgm:prSet/>
      <dgm:spPr/>
      <dgm:t>
        <a:bodyPr/>
        <a:lstStyle/>
        <a:p>
          <a:endParaRPr lang="en-US"/>
        </a:p>
      </dgm:t>
    </dgm:pt>
    <dgm:pt modelId="{FB78F24A-0905-40FD-B7F5-76B5BC415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Source 2: Open-Meteo Historical Archive API -&gt; Keyless microclimate data matched via stadium coordinates.</a:t>
          </a:r>
        </a:p>
      </dgm:t>
    </dgm:pt>
    <dgm:pt modelId="{C6CD161C-6658-4426-A290-4CCE389C8BAB}" type="parTrans" cxnId="{A7D9C218-104D-46FC-B759-0061B5493F68}">
      <dgm:prSet/>
      <dgm:spPr/>
      <dgm:t>
        <a:bodyPr/>
        <a:lstStyle/>
        <a:p>
          <a:endParaRPr lang="en-US"/>
        </a:p>
      </dgm:t>
    </dgm:pt>
    <dgm:pt modelId="{63870CAA-24A6-42AF-A172-691DD37B8CE5}" type="sibTrans" cxnId="{A7D9C218-104D-46FC-B759-0061B5493F68}">
      <dgm:prSet/>
      <dgm:spPr/>
      <dgm:t>
        <a:bodyPr/>
        <a:lstStyle/>
        <a:p>
          <a:endParaRPr lang="en-US"/>
        </a:p>
      </dgm:t>
    </dgm:pt>
    <dgm:pt modelId="{6F1885A6-04D9-42B4-B2A2-941C4ABCD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New Features Added: venue_avg_score (Stadium Target Encoding) and is_batting_first (Innings Context).</a:t>
          </a:r>
        </a:p>
      </dgm:t>
    </dgm:pt>
    <dgm:pt modelId="{2444F726-C8E3-47E9-A5CA-D4FDF019C757}" type="parTrans" cxnId="{5B9A0E1C-4790-4B3E-B5B0-34ED3B48EDE7}">
      <dgm:prSet/>
      <dgm:spPr/>
      <dgm:t>
        <a:bodyPr/>
        <a:lstStyle/>
        <a:p>
          <a:endParaRPr lang="en-US"/>
        </a:p>
      </dgm:t>
    </dgm:pt>
    <dgm:pt modelId="{D5279AF9-0C8E-4EE1-A83B-1A748DEBDAE7}" type="sibTrans" cxnId="{5B9A0E1C-4790-4B3E-B5B0-34ED3B48EDE7}">
      <dgm:prSet/>
      <dgm:spPr/>
      <dgm:t>
        <a:bodyPr/>
        <a:lstStyle/>
        <a:p>
          <a:endParaRPr lang="en-US"/>
        </a:p>
      </dgm:t>
    </dgm:pt>
    <dgm:pt modelId="{1F04739C-9164-4E05-89E6-773489297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 Cleanliness: Dropped incomplete coordinate lookup rows to prevent false microclimate imputation.</a:t>
          </a:r>
        </a:p>
      </dgm:t>
    </dgm:pt>
    <dgm:pt modelId="{50863FCD-6AF2-44EF-8D7B-D5631C01B41B}" type="parTrans" cxnId="{3A6C7057-2CFE-4FA4-AE7A-5BABC138C0BC}">
      <dgm:prSet/>
      <dgm:spPr/>
      <dgm:t>
        <a:bodyPr/>
        <a:lstStyle/>
        <a:p>
          <a:endParaRPr lang="en-US"/>
        </a:p>
      </dgm:t>
    </dgm:pt>
    <dgm:pt modelId="{0967905A-D05A-4F03-B290-0B102DA23FAE}" type="sibTrans" cxnId="{3A6C7057-2CFE-4FA4-AE7A-5BABC138C0BC}">
      <dgm:prSet/>
      <dgm:spPr/>
      <dgm:t>
        <a:bodyPr/>
        <a:lstStyle/>
        <a:p>
          <a:endParaRPr lang="en-US"/>
        </a:p>
      </dgm:t>
    </dgm:pt>
    <dgm:pt modelId="{B4AB34E4-83AB-4E87-B603-EE8495412C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Matrix Scale: 1,148 unique chronological team innings rows from major international fixtures.</a:t>
          </a:r>
        </a:p>
      </dgm:t>
    </dgm:pt>
    <dgm:pt modelId="{1ACC2948-BBFF-4A87-A95D-38CEC1664B3A}" type="parTrans" cxnId="{D5EFE8AF-580C-4722-8C74-25CC684EFA18}">
      <dgm:prSet/>
      <dgm:spPr/>
      <dgm:t>
        <a:bodyPr/>
        <a:lstStyle/>
        <a:p>
          <a:endParaRPr lang="en-US"/>
        </a:p>
      </dgm:t>
    </dgm:pt>
    <dgm:pt modelId="{E7FA3D02-2AB7-466F-8F2A-9D4D173D9745}" type="sibTrans" cxnId="{D5EFE8AF-580C-4722-8C74-25CC684EFA18}">
      <dgm:prSet/>
      <dgm:spPr/>
      <dgm:t>
        <a:bodyPr/>
        <a:lstStyle/>
        <a:p>
          <a:endParaRPr lang="en-US"/>
        </a:p>
      </dgm:t>
    </dgm:pt>
    <dgm:pt modelId="{4439845A-78B2-423C-A79E-9CB1C3BBEF23}" type="pres">
      <dgm:prSet presAssocID="{50622454-E529-42D8-B9E6-2BF730080E9A}" presName="root" presStyleCnt="0">
        <dgm:presLayoutVars>
          <dgm:dir/>
          <dgm:resizeHandles val="exact"/>
        </dgm:presLayoutVars>
      </dgm:prSet>
      <dgm:spPr/>
    </dgm:pt>
    <dgm:pt modelId="{07A64E5A-5916-4BD3-BCAB-B3EDF33378E5}" type="pres">
      <dgm:prSet presAssocID="{8530D76A-13C2-4416-8A5C-336F9C74F726}" presName="compNode" presStyleCnt="0"/>
      <dgm:spPr/>
    </dgm:pt>
    <dgm:pt modelId="{F8893199-C05B-4D99-84E8-3D2486934E5A}" type="pres">
      <dgm:prSet presAssocID="{8530D76A-13C2-4416-8A5C-336F9C74F726}" presName="bgRect" presStyleLbl="bgShp" presStyleIdx="0" presStyleCnt="5"/>
      <dgm:spPr/>
    </dgm:pt>
    <dgm:pt modelId="{4E99632B-1633-4903-AB8F-8FDFCF26568A}" type="pres">
      <dgm:prSet presAssocID="{8530D76A-13C2-4416-8A5C-336F9C74F72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50EBFC38-E572-4C6E-BE00-673A92A5C090}" type="pres">
      <dgm:prSet presAssocID="{8530D76A-13C2-4416-8A5C-336F9C74F726}" presName="spaceRect" presStyleCnt="0"/>
      <dgm:spPr/>
    </dgm:pt>
    <dgm:pt modelId="{84427B03-A3D8-4FBA-8074-2CCA353F1E24}" type="pres">
      <dgm:prSet presAssocID="{8530D76A-13C2-4416-8A5C-336F9C74F726}" presName="parTx" presStyleLbl="revTx" presStyleIdx="0" presStyleCnt="5">
        <dgm:presLayoutVars>
          <dgm:chMax val="0"/>
          <dgm:chPref val="0"/>
        </dgm:presLayoutVars>
      </dgm:prSet>
      <dgm:spPr/>
    </dgm:pt>
    <dgm:pt modelId="{6E446A39-69C3-4F15-B19D-823340D11085}" type="pres">
      <dgm:prSet presAssocID="{27E1ECB5-C9F1-4590-8523-2869F3BF2866}" presName="sibTrans" presStyleCnt="0"/>
      <dgm:spPr/>
    </dgm:pt>
    <dgm:pt modelId="{FF106209-82F3-4684-ACA8-97B8C0A090B3}" type="pres">
      <dgm:prSet presAssocID="{FB78F24A-0905-40FD-B7F5-76B5BC415443}" presName="compNode" presStyleCnt="0"/>
      <dgm:spPr/>
    </dgm:pt>
    <dgm:pt modelId="{93DF9B37-36B2-4D86-8813-EC53C780FB6F}" type="pres">
      <dgm:prSet presAssocID="{FB78F24A-0905-40FD-B7F5-76B5BC415443}" presName="bgRect" presStyleLbl="bgShp" presStyleIdx="1" presStyleCnt="5"/>
      <dgm:spPr/>
    </dgm:pt>
    <dgm:pt modelId="{2B997CFD-DF36-4622-A6FC-5E432AA27E31}" type="pres">
      <dgm:prSet presAssocID="{FB78F24A-0905-40FD-B7F5-76B5BC41544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19784DE-FFE4-455E-92B2-61C02F1E543C}" type="pres">
      <dgm:prSet presAssocID="{FB78F24A-0905-40FD-B7F5-76B5BC415443}" presName="spaceRect" presStyleCnt="0"/>
      <dgm:spPr/>
    </dgm:pt>
    <dgm:pt modelId="{25671A1F-05B5-4CB4-A767-736F3BB4F21A}" type="pres">
      <dgm:prSet presAssocID="{FB78F24A-0905-40FD-B7F5-76B5BC415443}" presName="parTx" presStyleLbl="revTx" presStyleIdx="1" presStyleCnt="5">
        <dgm:presLayoutVars>
          <dgm:chMax val="0"/>
          <dgm:chPref val="0"/>
        </dgm:presLayoutVars>
      </dgm:prSet>
      <dgm:spPr/>
    </dgm:pt>
    <dgm:pt modelId="{D5B29019-0C75-4AD1-9106-D081CA4A0821}" type="pres">
      <dgm:prSet presAssocID="{63870CAA-24A6-42AF-A172-691DD37B8CE5}" presName="sibTrans" presStyleCnt="0"/>
      <dgm:spPr/>
    </dgm:pt>
    <dgm:pt modelId="{6AE7D78C-0441-404E-BAE8-4F133F1A08CB}" type="pres">
      <dgm:prSet presAssocID="{6F1885A6-04D9-42B4-B2A2-941C4ABCDDF5}" presName="compNode" presStyleCnt="0"/>
      <dgm:spPr/>
    </dgm:pt>
    <dgm:pt modelId="{E302BA15-89CF-4A01-9F46-3E9F36EB2CA5}" type="pres">
      <dgm:prSet presAssocID="{6F1885A6-04D9-42B4-B2A2-941C4ABCDDF5}" presName="bgRect" presStyleLbl="bgShp" presStyleIdx="2" presStyleCnt="5"/>
      <dgm:spPr/>
    </dgm:pt>
    <dgm:pt modelId="{BEDAA78F-4508-4047-9F17-8D471A7F7913}" type="pres">
      <dgm:prSet presAssocID="{6F1885A6-04D9-42B4-B2A2-941C4ABCDDF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gby"/>
        </a:ext>
      </dgm:extLst>
    </dgm:pt>
    <dgm:pt modelId="{246D2D2E-AC7A-4DC3-8868-0363218B1F1E}" type="pres">
      <dgm:prSet presAssocID="{6F1885A6-04D9-42B4-B2A2-941C4ABCDDF5}" presName="spaceRect" presStyleCnt="0"/>
      <dgm:spPr/>
    </dgm:pt>
    <dgm:pt modelId="{64E2B97C-F2FF-4E42-8031-4AE74E744945}" type="pres">
      <dgm:prSet presAssocID="{6F1885A6-04D9-42B4-B2A2-941C4ABCDDF5}" presName="parTx" presStyleLbl="revTx" presStyleIdx="2" presStyleCnt="5">
        <dgm:presLayoutVars>
          <dgm:chMax val="0"/>
          <dgm:chPref val="0"/>
        </dgm:presLayoutVars>
      </dgm:prSet>
      <dgm:spPr/>
    </dgm:pt>
    <dgm:pt modelId="{466E5947-864D-45D1-807A-E2E0D28B78D6}" type="pres">
      <dgm:prSet presAssocID="{D5279AF9-0C8E-4EE1-A83B-1A748DEBDAE7}" presName="sibTrans" presStyleCnt="0"/>
      <dgm:spPr/>
    </dgm:pt>
    <dgm:pt modelId="{FF7070BC-1ED4-4C7B-9E44-77FAA0E56AAD}" type="pres">
      <dgm:prSet presAssocID="{1F04739C-9164-4E05-89E6-773489297384}" presName="compNode" presStyleCnt="0"/>
      <dgm:spPr/>
    </dgm:pt>
    <dgm:pt modelId="{0B0EB899-3721-412C-91D3-6E94488A785A}" type="pres">
      <dgm:prSet presAssocID="{1F04739C-9164-4E05-89E6-773489297384}" presName="bgRect" presStyleLbl="bgShp" presStyleIdx="3" presStyleCnt="5"/>
      <dgm:spPr/>
    </dgm:pt>
    <dgm:pt modelId="{7B9CCE82-501A-4D41-9565-71A60F3B951F}" type="pres">
      <dgm:prSet presAssocID="{1F04739C-9164-4E05-89E6-77348929738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0B818DC-EDE7-48D6-BAFC-E9AA6503729D}" type="pres">
      <dgm:prSet presAssocID="{1F04739C-9164-4E05-89E6-773489297384}" presName="spaceRect" presStyleCnt="0"/>
      <dgm:spPr/>
    </dgm:pt>
    <dgm:pt modelId="{8658443A-E191-4340-B547-B6BEA78C471C}" type="pres">
      <dgm:prSet presAssocID="{1F04739C-9164-4E05-89E6-773489297384}" presName="parTx" presStyleLbl="revTx" presStyleIdx="3" presStyleCnt="5">
        <dgm:presLayoutVars>
          <dgm:chMax val="0"/>
          <dgm:chPref val="0"/>
        </dgm:presLayoutVars>
      </dgm:prSet>
      <dgm:spPr/>
    </dgm:pt>
    <dgm:pt modelId="{9DEEA0FC-71DB-4F02-BEEE-0652EB5780F5}" type="pres">
      <dgm:prSet presAssocID="{0967905A-D05A-4F03-B290-0B102DA23FAE}" presName="sibTrans" presStyleCnt="0"/>
      <dgm:spPr/>
    </dgm:pt>
    <dgm:pt modelId="{2B718BA3-6A79-47D3-AC75-8010E28F84B7}" type="pres">
      <dgm:prSet presAssocID="{B4AB34E4-83AB-4E87-B603-EE8495412C73}" presName="compNode" presStyleCnt="0"/>
      <dgm:spPr/>
    </dgm:pt>
    <dgm:pt modelId="{C58D165A-C4B9-4386-9BD7-DDEB2631E2D0}" type="pres">
      <dgm:prSet presAssocID="{B4AB34E4-83AB-4E87-B603-EE8495412C73}" presName="bgRect" presStyleLbl="bgShp" presStyleIdx="4" presStyleCnt="5"/>
      <dgm:spPr/>
    </dgm:pt>
    <dgm:pt modelId="{1865A40B-C572-4BED-B1F5-5D117FD9E505}" type="pres">
      <dgm:prSet presAssocID="{B4AB34E4-83AB-4E87-B603-EE8495412C7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A402BF10-0052-4EFE-AACE-219343D04CB7}" type="pres">
      <dgm:prSet presAssocID="{B4AB34E4-83AB-4E87-B603-EE8495412C73}" presName="spaceRect" presStyleCnt="0"/>
      <dgm:spPr/>
    </dgm:pt>
    <dgm:pt modelId="{EED6E926-82F5-4511-9995-B15AA33A488C}" type="pres">
      <dgm:prSet presAssocID="{B4AB34E4-83AB-4E87-B603-EE8495412C7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7D9C218-104D-46FC-B759-0061B5493F68}" srcId="{50622454-E529-42D8-B9E6-2BF730080E9A}" destId="{FB78F24A-0905-40FD-B7F5-76B5BC415443}" srcOrd="1" destOrd="0" parTransId="{C6CD161C-6658-4426-A290-4CCE389C8BAB}" sibTransId="{63870CAA-24A6-42AF-A172-691DD37B8CE5}"/>
    <dgm:cxn modelId="{5B9A0E1C-4790-4B3E-B5B0-34ED3B48EDE7}" srcId="{50622454-E529-42D8-B9E6-2BF730080E9A}" destId="{6F1885A6-04D9-42B4-B2A2-941C4ABCDDF5}" srcOrd="2" destOrd="0" parTransId="{2444F726-C8E3-47E9-A5CA-D4FDF019C757}" sibTransId="{D5279AF9-0C8E-4EE1-A83B-1A748DEBDAE7}"/>
    <dgm:cxn modelId="{B2CE052B-EDA1-47BE-A7FA-ACBED493EA60}" type="presOf" srcId="{8530D76A-13C2-4416-8A5C-336F9C74F726}" destId="{84427B03-A3D8-4FBA-8074-2CCA353F1E24}" srcOrd="0" destOrd="0" presId="urn:microsoft.com/office/officeart/2018/2/layout/IconVerticalSolidList"/>
    <dgm:cxn modelId="{3585DA35-23DD-4957-9C91-42B307E8BD58}" type="presOf" srcId="{FB78F24A-0905-40FD-B7F5-76B5BC415443}" destId="{25671A1F-05B5-4CB4-A767-736F3BB4F21A}" srcOrd="0" destOrd="0" presId="urn:microsoft.com/office/officeart/2018/2/layout/IconVerticalSolidList"/>
    <dgm:cxn modelId="{26125440-F6D2-4AB7-81F5-959A96160475}" srcId="{50622454-E529-42D8-B9E6-2BF730080E9A}" destId="{8530D76A-13C2-4416-8A5C-336F9C74F726}" srcOrd="0" destOrd="0" parTransId="{5FFF80AE-8FC5-4E93-9222-F868477D8F9C}" sibTransId="{27E1ECB5-C9F1-4590-8523-2869F3BF2866}"/>
    <dgm:cxn modelId="{3A6C7057-2CFE-4FA4-AE7A-5BABC138C0BC}" srcId="{50622454-E529-42D8-B9E6-2BF730080E9A}" destId="{1F04739C-9164-4E05-89E6-773489297384}" srcOrd="3" destOrd="0" parTransId="{50863FCD-6AF2-44EF-8D7B-D5631C01B41B}" sibTransId="{0967905A-D05A-4F03-B290-0B102DA23FAE}"/>
    <dgm:cxn modelId="{C0D20458-D32E-4E62-8B70-58C0F15B80F5}" type="presOf" srcId="{B4AB34E4-83AB-4E87-B603-EE8495412C73}" destId="{EED6E926-82F5-4511-9995-B15AA33A488C}" srcOrd="0" destOrd="0" presId="urn:microsoft.com/office/officeart/2018/2/layout/IconVerticalSolidList"/>
    <dgm:cxn modelId="{D5EFE8AF-580C-4722-8C74-25CC684EFA18}" srcId="{50622454-E529-42D8-B9E6-2BF730080E9A}" destId="{B4AB34E4-83AB-4E87-B603-EE8495412C73}" srcOrd="4" destOrd="0" parTransId="{1ACC2948-BBFF-4A87-A95D-38CEC1664B3A}" sibTransId="{E7FA3D02-2AB7-466F-8F2A-9D4D173D9745}"/>
    <dgm:cxn modelId="{F020ABB9-DB41-4C08-B3BC-FA0820F345B6}" type="presOf" srcId="{6F1885A6-04D9-42B4-B2A2-941C4ABCDDF5}" destId="{64E2B97C-F2FF-4E42-8031-4AE74E744945}" srcOrd="0" destOrd="0" presId="urn:microsoft.com/office/officeart/2018/2/layout/IconVerticalSolidList"/>
    <dgm:cxn modelId="{9FA024DA-A8D8-4878-A069-A6CB6DE54078}" type="presOf" srcId="{1F04739C-9164-4E05-89E6-773489297384}" destId="{8658443A-E191-4340-B547-B6BEA78C471C}" srcOrd="0" destOrd="0" presId="urn:microsoft.com/office/officeart/2018/2/layout/IconVerticalSolidList"/>
    <dgm:cxn modelId="{B57479F0-8832-4980-B70D-5C0A6E4379A4}" type="presOf" srcId="{50622454-E529-42D8-B9E6-2BF730080E9A}" destId="{4439845A-78B2-423C-A79E-9CB1C3BBEF23}" srcOrd="0" destOrd="0" presId="urn:microsoft.com/office/officeart/2018/2/layout/IconVerticalSolidList"/>
    <dgm:cxn modelId="{5FD7C70E-F0E4-4095-B93F-43834F1EC82E}" type="presParOf" srcId="{4439845A-78B2-423C-A79E-9CB1C3BBEF23}" destId="{07A64E5A-5916-4BD3-BCAB-B3EDF33378E5}" srcOrd="0" destOrd="0" presId="urn:microsoft.com/office/officeart/2018/2/layout/IconVerticalSolidList"/>
    <dgm:cxn modelId="{4731301D-AFEF-4AFA-9714-DA8BA47BDA85}" type="presParOf" srcId="{07A64E5A-5916-4BD3-BCAB-B3EDF33378E5}" destId="{F8893199-C05B-4D99-84E8-3D2486934E5A}" srcOrd="0" destOrd="0" presId="urn:microsoft.com/office/officeart/2018/2/layout/IconVerticalSolidList"/>
    <dgm:cxn modelId="{9580CE32-C6B5-4E20-8C98-CAD6E77C4C89}" type="presParOf" srcId="{07A64E5A-5916-4BD3-BCAB-B3EDF33378E5}" destId="{4E99632B-1633-4903-AB8F-8FDFCF26568A}" srcOrd="1" destOrd="0" presId="urn:microsoft.com/office/officeart/2018/2/layout/IconVerticalSolidList"/>
    <dgm:cxn modelId="{10938375-CEE8-49CA-AE11-B83925BE06FA}" type="presParOf" srcId="{07A64E5A-5916-4BD3-BCAB-B3EDF33378E5}" destId="{50EBFC38-E572-4C6E-BE00-673A92A5C090}" srcOrd="2" destOrd="0" presId="urn:microsoft.com/office/officeart/2018/2/layout/IconVerticalSolidList"/>
    <dgm:cxn modelId="{7FD389F3-A4F7-4192-A4CF-5904CECBB206}" type="presParOf" srcId="{07A64E5A-5916-4BD3-BCAB-B3EDF33378E5}" destId="{84427B03-A3D8-4FBA-8074-2CCA353F1E24}" srcOrd="3" destOrd="0" presId="urn:microsoft.com/office/officeart/2018/2/layout/IconVerticalSolidList"/>
    <dgm:cxn modelId="{219F3B51-7490-49E4-851F-6F0BA4330411}" type="presParOf" srcId="{4439845A-78B2-423C-A79E-9CB1C3BBEF23}" destId="{6E446A39-69C3-4F15-B19D-823340D11085}" srcOrd="1" destOrd="0" presId="urn:microsoft.com/office/officeart/2018/2/layout/IconVerticalSolidList"/>
    <dgm:cxn modelId="{A719910C-39C9-43BE-902E-D810802C15AF}" type="presParOf" srcId="{4439845A-78B2-423C-A79E-9CB1C3BBEF23}" destId="{FF106209-82F3-4684-ACA8-97B8C0A090B3}" srcOrd="2" destOrd="0" presId="urn:microsoft.com/office/officeart/2018/2/layout/IconVerticalSolidList"/>
    <dgm:cxn modelId="{CFFDD517-357A-4EFD-8A54-700EC07D5EB7}" type="presParOf" srcId="{FF106209-82F3-4684-ACA8-97B8C0A090B3}" destId="{93DF9B37-36B2-4D86-8813-EC53C780FB6F}" srcOrd="0" destOrd="0" presId="urn:microsoft.com/office/officeart/2018/2/layout/IconVerticalSolidList"/>
    <dgm:cxn modelId="{FA0A4CE8-E005-42B8-A321-BF3A623862FA}" type="presParOf" srcId="{FF106209-82F3-4684-ACA8-97B8C0A090B3}" destId="{2B997CFD-DF36-4622-A6FC-5E432AA27E31}" srcOrd="1" destOrd="0" presId="urn:microsoft.com/office/officeart/2018/2/layout/IconVerticalSolidList"/>
    <dgm:cxn modelId="{68DF8EAE-A818-4BC4-A1CB-E75A01456C08}" type="presParOf" srcId="{FF106209-82F3-4684-ACA8-97B8C0A090B3}" destId="{619784DE-FFE4-455E-92B2-61C02F1E543C}" srcOrd="2" destOrd="0" presId="urn:microsoft.com/office/officeart/2018/2/layout/IconVerticalSolidList"/>
    <dgm:cxn modelId="{41284F46-E78C-472F-B9AC-1AFEB628174C}" type="presParOf" srcId="{FF106209-82F3-4684-ACA8-97B8C0A090B3}" destId="{25671A1F-05B5-4CB4-A767-736F3BB4F21A}" srcOrd="3" destOrd="0" presId="urn:microsoft.com/office/officeart/2018/2/layout/IconVerticalSolidList"/>
    <dgm:cxn modelId="{5F53A0B3-9539-4B54-9603-A18BC0C13FE1}" type="presParOf" srcId="{4439845A-78B2-423C-A79E-9CB1C3BBEF23}" destId="{D5B29019-0C75-4AD1-9106-D081CA4A0821}" srcOrd="3" destOrd="0" presId="urn:microsoft.com/office/officeart/2018/2/layout/IconVerticalSolidList"/>
    <dgm:cxn modelId="{2A1F90A1-05B7-4353-BA5B-FB48B7DF7DB6}" type="presParOf" srcId="{4439845A-78B2-423C-A79E-9CB1C3BBEF23}" destId="{6AE7D78C-0441-404E-BAE8-4F133F1A08CB}" srcOrd="4" destOrd="0" presId="urn:microsoft.com/office/officeart/2018/2/layout/IconVerticalSolidList"/>
    <dgm:cxn modelId="{CDEA879F-B43A-4A11-A21C-7266788FFDAA}" type="presParOf" srcId="{6AE7D78C-0441-404E-BAE8-4F133F1A08CB}" destId="{E302BA15-89CF-4A01-9F46-3E9F36EB2CA5}" srcOrd="0" destOrd="0" presId="urn:microsoft.com/office/officeart/2018/2/layout/IconVerticalSolidList"/>
    <dgm:cxn modelId="{F04EA555-C6F4-4DDB-AE22-9CC88FD3871B}" type="presParOf" srcId="{6AE7D78C-0441-404E-BAE8-4F133F1A08CB}" destId="{BEDAA78F-4508-4047-9F17-8D471A7F7913}" srcOrd="1" destOrd="0" presId="urn:microsoft.com/office/officeart/2018/2/layout/IconVerticalSolidList"/>
    <dgm:cxn modelId="{0657959F-9CD6-4CBC-A00D-5175B7EC2E53}" type="presParOf" srcId="{6AE7D78C-0441-404E-BAE8-4F133F1A08CB}" destId="{246D2D2E-AC7A-4DC3-8868-0363218B1F1E}" srcOrd="2" destOrd="0" presId="urn:microsoft.com/office/officeart/2018/2/layout/IconVerticalSolidList"/>
    <dgm:cxn modelId="{BF1A9C42-E3FA-4730-A96A-C4FD1AC6BA9C}" type="presParOf" srcId="{6AE7D78C-0441-404E-BAE8-4F133F1A08CB}" destId="{64E2B97C-F2FF-4E42-8031-4AE74E744945}" srcOrd="3" destOrd="0" presId="urn:microsoft.com/office/officeart/2018/2/layout/IconVerticalSolidList"/>
    <dgm:cxn modelId="{4153C56D-59D7-4373-AAA8-1907E567B577}" type="presParOf" srcId="{4439845A-78B2-423C-A79E-9CB1C3BBEF23}" destId="{466E5947-864D-45D1-807A-E2E0D28B78D6}" srcOrd="5" destOrd="0" presId="urn:microsoft.com/office/officeart/2018/2/layout/IconVerticalSolidList"/>
    <dgm:cxn modelId="{3C284F3D-42EE-4A2C-B6C3-C000D3363F08}" type="presParOf" srcId="{4439845A-78B2-423C-A79E-9CB1C3BBEF23}" destId="{FF7070BC-1ED4-4C7B-9E44-77FAA0E56AAD}" srcOrd="6" destOrd="0" presId="urn:microsoft.com/office/officeart/2018/2/layout/IconVerticalSolidList"/>
    <dgm:cxn modelId="{1B750A85-D959-4F9C-A8FF-032F2C999781}" type="presParOf" srcId="{FF7070BC-1ED4-4C7B-9E44-77FAA0E56AAD}" destId="{0B0EB899-3721-412C-91D3-6E94488A785A}" srcOrd="0" destOrd="0" presId="urn:microsoft.com/office/officeart/2018/2/layout/IconVerticalSolidList"/>
    <dgm:cxn modelId="{4E4EBB05-7028-4B72-B65F-31BDE3A2DD7A}" type="presParOf" srcId="{FF7070BC-1ED4-4C7B-9E44-77FAA0E56AAD}" destId="{7B9CCE82-501A-4D41-9565-71A60F3B951F}" srcOrd="1" destOrd="0" presId="urn:microsoft.com/office/officeart/2018/2/layout/IconVerticalSolidList"/>
    <dgm:cxn modelId="{248D6423-72D2-4B6F-989E-5811A18A4C64}" type="presParOf" srcId="{FF7070BC-1ED4-4C7B-9E44-77FAA0E56AAD}" destId="{30B818DC-EDE7-48D6-BAFC-E9AA6503729D}" srcOrd="2" destOrd="0" presId="urn:microsoft.com/office/officeart/2018/2/layout/IconVerticalSolidList"/>
    <dgm:cxn modelId="{2E164263-18C8-45B6-B3DB-095525A9384B}" type="presParOf" srcId="{FF7070BC-1ED4-4C7B-9E44-77FAA0E56AAD}" destId="{8658443A-E191-4340-B547-B6BEA78C471C}" srcOrd="3" destOrd="0" presId="urn:microsoft.com/office/officeart/2018/2/layout/IconVerticalSolidList"/>
    <dgm:cxn modelId="{D5E5D6E3-BE5C-444D-8C00-5007F4FF6111}" type="presParOf" srcId="{4439845A-78B2-423C-A79E-9CB1C3BBEF23}" destId="{9DEEA0FC-71DB-4F02-BEEE-0652EB5780F5}" srcOrd="7" destOrd="0" presId="urn:microsoft.com/office/officeart/2018/2/layout/IconVerticalSolidList"/>
    <dgm:cxn modelId="{B083CC43-C597-4025-B6C6-C4246F968B8D}" type="presParOf" srcId="{4439845A-78B2-423C-A79E-9CB1C3BBEF23}" destId="{2B718BA3-6A79-47D3-AC75-8010E28F84B7}" srcOrd="8" destOrd="0" presId="urn:microsoft.com/office/officeart/2018/2/layout/IconVerticalSolidList"/>
    <dgm:cxn modelId="{22593BB0-A72A-46CB-BC01-F2F12113C1D4}" type="presParOf" srcId="{2B718BA3-6A79-47D3-AC75-8010E28F84B7}" destId="{C58D165A-C4B9-4386-9BD7-DDEB2631E2D0}" srcOrd="0" destOrd="0" presId="urn:microsoft.com/office/officeart/2018/2/layout/IconVerticalSolidList"/>
    <dgm:cxn modelId="{05EFF639-885E-4AD6-9F1A-A72ED03F305B}" type="presParOf" srcId="{2B718BA3-6A79-47D3-AC75-8010E28F84B7}" destId="{1865A40B-C572-4BED-B1F5-5D117FD9E505}" srcOrd="1" destOrd="0" presId="urn:microsoft.com/office/officeart/2018/2/layout/IconVerticalSolidList"/>
    <dgm:cxn modelId="{2AE526C4-B76B-431B-B248-32AB0F0F87F5}" type="presParOf" srcId="{2B718BA3-6A79-47D3-AC75-8010E28F84B7}" destId="{A402BF10-0052-4EFE-AACE-219343D04CB7}" srcOrd="2" destOrd="0" presId="urn:microsoft.com/office/officeart/2018/2/layout/IconVerticalSolidList"/>
    <dgm:cxn modelId="{E6DB6D8D-D4BF-46A1-9952-B933D819E1C9}" type="presParOf" srcId="{2B718BA3-6A79-47D3-AC75-8010E28F84B7}" destId="{EED6E926-82F5-4511-9995-B15AA33A48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A12025-E7F2-4F71-84D0-9EB163DD9FA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82156DDA-295C-4F29-83EA-0A7DE42A4EC9}">
      <dgm:prSet/>
      <dgm:spPr/>
      <dgm:t>
        <a:bodyPr/>
        <a:lstStyle/>
        <a:p>
          <a:r>
            <a:rPr lang="en-IN"/>
            <a:t>• Validation Protocol: Chronological 80/20 train-test split (918 train rows | 230 hold-out test rows).</a:t>
          </a:r>
        </a:p>
      </dgm:t>
    </dgm:pt>
    <dgm:pt modelId="{E92BDCE6-E5A5-4E60-8E23-2347941808AB}" type="parTrans" cxnId="{CC6A1BAF-193F-45EE-A559-A83DB36A8045}">
      <dgm:prSet/>
      <dgm:spPr/>
      <dgm:t>
        <a:bodyPr/>
        <a:lstStyle/>
        <a:p>
          <a:endParaRPr lang="en-IN"/>
        </a:p>
      </dgm:t>
    </dgm:pt>
    <dgm:pt modelId="{E52F8726-AC0B-4E28-91F4-412549019EC8}" type="sibTrans" cxnId="{CC6A1BAF-193F-45EE-A559-A83DB36A8045}">
      <dgm:prSet/>
      <dgm:spPr/>
      <dgm:t>
        <a:bodyPr/>
        <a:lstStyle/>
        <a:p>
          <a:endParaRPr lang="en-IN"/>
        </a:p>
      </dgm:t>
    </dgm:pt>
    <dgm:pt modelId="{2457AA0C-847C-4761-ACB3-4CB3B32A6AFC}">
      <dgm:prSet/>
      <dgm:spPr/>
      <dgm:t>
        <a:bodyPr/>
        <a:lstStyle/>
        <a:p>
          <a:r>
            <a:rPr lang="en-IN"/>
            <a:t>• K-Nearest Neighbors (KNN): Test MAE = ±36.5 runs | Test R² = 63.63%</a:t>
          </a:r>
        </a:p>
      </dgm:t>
    </dgm:pt>
    <dgm:pt modelId="{E2C1F5FE-755F-427A-91B5-A056177E1254}" type="parTrans" cxnId="{4CA74509-21BF-499D-B812-1CFD551CBC5B}">
      <dgm:prSet/>
      <dgm:spPr/>
      <dgm:t>
        <a:bodyPr/>
        <a:lstStyle/>
        <a:p>
          <a:endParaRPr lang="en-IN"/>
        </a:p>
      </dgm:t>
    </dgm:pt>
    <dgm:pt modelId="{EBC80AE5-5029-4DDF-A067-E989696065F6}" type="sibTrans" cxnId="{4CA74509-21BF-499D-B812-1CFD551CBC5B}">
      <dgm:prSet/>
      <dgm:spPr/>
      <dgm:t>
        <a:bodyPr/>
        <a:lstStyle/>
        <a:p>
          <a:endParaRPr lang="en-IN"/>
        </a:p>
      </dgm:t>
    </dgm:pt>
    <dgm:pt modelId="{96EBCE6E-1B57-45E2-A5FB-ED639E6FAD44}">
      <dgm:prSet/>
      <dgm:spPr/>
      <dgm:t>
        <a:bodyPr/>
        <a:lstStyle/>
        <a:p>
          <a:r>
            <a:rPr lang="en-IN"/>
            <a:t>• Linear Regression (OLS / Ridge / Lasso): Test MAE = ±36.0 runs | Test R² = 63.99%</a:t>
          </a:r>
        </a:p>
      </dgm:t>
    </dgm:pt>
    <dgm:pt modelId="{9F4C620C-906E-4DA3-8FAF-E7E4FBC9EADA}" type="parTrans" cxnId="{F7AB3343-1966-4038-B467-AF956A6BB6A3}">
      <dgm:prSet/>
      <dgm:spPr/>
      <dgm:t>
        <a:bodyPr/>
        <a:lstStyle/>
        <a:p>
          <a:endParaRPr lang="en-IN"/>
        </a:p>
      </dgm:t>
    </dgm:pt>
    <dgm:pt modelId="{19B9A07B-768F-489B-839D-30E534BA002A}" type="sibTrans" cxnId="{F7AB3343-1966-4038-B467-AF956A6BB6A3}">
      <dgm:prSet/>
      <dgm:spPr/>
      <dgm:t>
        <a:bodyPr/>
        <a:lstStyle/>
        <a:p>
          <a:endParaRPr lang="en-IN"/>
        </a:p>
      </dgm:t>
    </dgm:pt>
    <dgm:pt modelId="{CF577128-C921-47BC-835A-C59BAAA1C678}">
      <dgm:prSet/>
      <dgm:spPr/>
      <dgm:t>
        <a:bodyPr/>
        <a:lstStyle/>
        <a:p>
          <a:r>
            <a:rPr lang="en-IN"/>
            <a:t>• Single Decision Tree: Test MAE = ±35.2 runs | Test R² = 66.09%</a:t>
          </a:r>
        </a:p>
      </dgm:t>
    </dgm:pt>
    <dgm:pt modelId="{81D4C07D-7554-42BF-A400-5B4C87BE15B1}" type="parTrans" cxnId="{099F481F-E24E-4784-94F6-EB4B0A9B38F9}">
      <dgm:prSet/>
      <dgm:spPr/>
      <dgm:t>
        <a:bodyPr/>
        <a:lstStyle/>
        <a:p>
          <a:endParaRPr lang="en-IN"/>
        </a:p>
      </dgm:t>
    </dgm:pt>
    <dgm:pt modelId="{FB6DF4E3-75B5-4A14-86F9-F4FA871EF052}" type="sibTrans" cxnId="{099F481F-E24E-4784-94F6-EB4B0A9B38F9}">
      <dgm:prSet/>
      <dgm:spPr/>
      <dgm:t>
        <a:bodyPr/>
        <a:lstStyle/>
        <a:p>
          <a:endParaRPr lang="en-IN"/>
        </a:p>
      </dgm:t>
    </dgm:pt>
    <dgm:pt modelId="{4C8BD5EC-125B-40D7-AE01-204EBA9A875B}">
      <dgm:prSet/>
      <dgm:spPr/>
      <dgm:t>
        <a:bodyPr/>
        <a:lstStyle/>
        <a:p>
          <a:r>
            <a:rPr lang="en-IN"/>
            <a:t>• Support Vector Regressor (SVR): Test MAE = ±33.9 runs | Test R² = 66.98%</a:t>
          </a:r>
        </a:p>
      </dgm:t>
    </dgm:pt>
    <dgm:pt modelId="{8994C861-5F96-49A6-A70D-970A6E4B44F6}" type="parTrans" cxnId="{351F802A-8F5D-47CB-9B90-486A732D13E6}">
      <dgm:prSet/>
      <dgm:spPr/>
      <dgm:t>
        <a:bodyPr/>
        <a:lstStyle/>
        <a:p>
          <a:endParaRPr lang="en-IN"/>
        </a:p>
      </dgm:t>
    </dgm:pt>
    <dgm:pt modelId="{20B0FDC2-39C7-4C89-AD70-88368EEFD0D0}" type="sibTrans" cxnId="{351F802A-8F5D-47CB-9B90-486A732D13E6}">
      <dgm:prSet/>
      <dgm:spPr/>
      <dgm:t>
        <a:bodyPr/>
        <a:lstStyle/>
        <a:p>
          <a:endParaRPr lang="en-IN"/>
        </a:p>
      </dgm:t>
    </dgm:pt>
    <dgm:pt modelId="{76A1C246-7213-44D9-B8CD-7196AAB0380B}">
      <dgm:prSet/>
      <dgm:spPr/>
      <dgm:t>
        <a:bodyPr/>
        <a:lstStyle/>
        <a:p>
          <a:r>
            <a:rPr lang="en-IN"/>
            <a:t>• XGBoost Regressor: Test MAE = ±33.7 runs | Test R² = 68.63%</a:t>
          </a:r>
        </a:p>
      </dgm:t>
    </dgm:pt>
    <dgm:pt modelId="{3556867C-75DA-4273-910C-AA40C4ECA55D}" type="parTrans" cxnId="{E1D818AA-25B2-4A11-B179-AA4D254D56D4}">
      <dgm:prSet/>
      <dgm:spPr/>
      <dgm:t>
        <a:bodyPr/>
        <a:lstStyle/>
        <a:p>
          <a:endParaRPr lang="en-IN"/>
        </a:p>
      </dgm:t>
    </dgm:pt>
    <dgm:pt modelId="{7C2E0946-6EBC-4B5F-AC7B-4AD902F422BE}" type="sibTrans" cxnId="{E1D818AA-25B2-4A11-B179-AA4D254D56D4}">
      <dgm:prSet/>
      <dgm:spPr/>
      <dgm:t>
        <a:bodyPr/>
        <a:lstStyle/>
        <a:p>
          <a:endParaRPr lang="en-IN"/>
        </a:p>
      </dgm:t>
    </dgm:pt>
    <dgm:pt modelId="{54021FA2-07B4-4FCD-81C1-7F27AD2EF454}">
      <dgm:prSet/>
      <dgm:spPr/>
      <dgm:t>
        <a:bodyPr/>
        <a:lstStyle/>
        <a:p>
          <a:r>
            <a:rPr lang="en-IN" dirty="0"/>
            <a:t>• Neural Network Baseline (</a:t>
          </a:r>
          <a:r>
            <a:rPr lang="en-IN" dirty="0" err="1"/>
            <a:t>MLPRegressor</a:t>
          </a:r>
          <a:r>
            <a:rPr lang="en-IN" dirty="0"/>
            <a:t>): Test MAE = ±35.3 runs | Test R² = 65.38%</a:t>
          </a:r>
        </a:p>
      </dgm:t>
    </dgm:pt>
    <dgm:pt modelId="{697682FA-99F5-48CE-AAA9-2BC76042DD11}" type="parTrans" cxnId="{C995A0F1-4325-4D81-B4A1-4329574E765A}">
      <dgm:prSet/>
      <dgm:spPr/>
      <dgm:t>
        <a:bodyPr/>
        <a:lstStyle/>
        <a:p>
          <a:endParaRPr lang="en-IN"/>
        </a:p>
      </dgm:t>
    </dgm:pt>
    <dgm:pt modelId="{78C09AE5-3AE0-4434-9503-C89CE65C05BC}" type="sibTrans" cxnId="{C995A0F1-4325-4D81-B4A1-4329574E765A}">
      <dgm:prSet/>
      <dgm:spPr/>
      <dgm:t>
        <a:bodyPr/>
        <a:lstStyle/>
        <a:p>
          <a:endParaRPr lang="en-IN"/>
        </a:p>
      </dgm:t>
    </dgm:pt>
    <dgm:pt modelId="{A49F56ED-14F2-487C-8544-F7A85FAFA750}">
      <dgm:prSet/>
      <dgm:spPr/>
      <dgm:t>
        <a:bodyPr/>
        <a:lstStyle/>
        <a:p>
          <a:r>
            <a:rPr lang="en-IN"/>
            <a:t>• Base Random Forest: Test MAE = ±33.2 runs | Test R² = 69.27%</a:t>
          </a:r>
        </a:p>
      </dgm:t>
    </dgm:pt>
    <dgm:pt modelId="{F97A5000-C392-470D-A75D-3518C6BFD66D}" type="parTrans" cxnId="{0B68B7C6-C740-49F6-A042-1DBDCD8E07F9}">
      <dgm:prSet/>
      <dgm:spPr/>
      <dgm:t>
        <a:bodyPr/>
        <a:lstStyle/>
        <a:p>
          <a:endParaRPr lang="en-IN"/>
        </a:p>
      </dgm:t>
    </dgm:pt>
    <dgm:pt modelId="{19B8BC58-980D-4C42-A9CF-C313DC98F938}" type="sibTrans" cxnId="{0B68B7C6-C740-49F6-A042-1DBDCD8E07F9}">
      <dgm:prSet/>
      <dgm:spPr/>
      <dgm:t>
        <a:bodyPr/>
        <a:lstStyle/>
        <a:p>
          <a:endParaRPr lang="en-IN"/>
        </a:p>
      </dgm:t>
    </dgm:pt>
    <dgm:pt modelId="{6929143A-B680-4878-805F-B7B66302FDBD}" type="pres">
      <dgm:prSet presAssocID="{1AA12025-E7F2-4F71-84D0-9EB163DD9FAF}" presName="linear" presStyleCnt="0">
        <dgm:presLayoutVars>
          <dgm:animLvl val="lvl"/>
          <dgm:resizeHandles val="exact"/>
        </dgm:presLayoutVars>
      </dgm:prSet>
      <dgm:spPr/>
    </dgm:pt>
    <dgm:pt modelId="{F7B9D2CA-8CF3-403F-9833-E8F5E66F6265}" type="pres">
      <dgm:prSet presAssocID="{82156DDA-295C-4F29-83EA-0A7DE42A4EC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8ED0633A-4F0A-47BC-8B53-5A726A829BE1}" type="pres">
      <dgm:prSet presAssocID="{E52F8726-AC0B-4E28-91F4-412549019EC8}" presName="spacer" presStyleCnt="0"/>
      <dgm:spPr/>
    </dgm:pt>
    <dgm:pt modelId="{EF8B5299-9563-44E5-A109-E58A8D6B667C}" type="pres">
      <dgm:prSet presAssocID="{2457AA0C-847C-4761-ACB3-4CB3B32A6AFC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BE293E8-E197-4021-A46E-85182AD362DB}" type="pres">
      <dgm:prSet presAssocID="{EBC80AE5-5029-4DDF-A067-E989696065F6}" presName="spacer" presStyleCnt="0"/>
      <dgm:spPr/>
    </dgm:pt>
    <dgm:pt modelId="{A0DD9BDF-08F7-4943-A624-6D3FD190D3FA}" type="pres">
      <dgm:prSet presAssocID="{96EBCE6E-1B57-45E2-A5FB-ED639E6FAD4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8F48361-5125-40D1-A7E1-1013189188CB}" type="pres">
      <dgm:prSet presAssocID="{19B9A07B-768F-489B-839D-30E534BA002A}" presName="spacer" presStyleCnt="0"/>
      <dgm:spPr/>
    </dgm:pt>
    <dgm:pt modelId="{9A90BDBB-6A39-4498-BDB7-B539049BE46A}" type="pres">
      <dgm:prSet presAssocID="{CF577128-C921-47BC-835A-C59BAAA1C67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EB6E5CF-FDC2-4B1E-BAFE-C5EC62C3F3B1}" type="pres">
      <dgm:prSet presAssocID="{FB6DF4E3-75B5-4A14-86F9-F4FA871EF052}" presName="spacer" presStyleCnt="0"/>
      <dgm:spPr/>
    </dgm:pt>
    <dgm:pt modelId="{01DF1CE6-2F8A-46DC-BEC0-F01D624F15D1}" type="pres">
      <dgm:prSet presAssocID="{4C8BD5EC-125B-40D7-AE01-204EBA9A875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673B960-084E-4BC6-8038-C428B7953FF7}" type="pres">
      <dgm:prSet presAssocID="{20B0FDC2-39C7-4C89-AD70-88368EEFD0D0}" presName="spacer" presStyleCnt="0"/>
      <dgm:spPr/>
    </dgm:pt>
    <dgm:pt modelId="{21773070-98F2-480A-A2B4-DA0813EFF256}" type="pres">
      <dgm:prSet presAssocID="{76A1C246-7213-44D9-B8CD-7196AAB0380B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E375E86B-84FD-4C91-9FAE-C0BAA534ADA1}" type="pres">
      <dgm:prSet presAssocID="{7C2E0946-6EBC-4B5F-AC7B-4AD902F422BE}" presName="spacer" presStyleCnt="0"/>
      <dgm:spPr/>
    </dgm:pt>
    <dgm:pt modelId="{12385D77-CF91-4B90-8C5B-C303E3DEEEA8}" type="pres">
      <dgm:prSet presAssocID="{54021FA2-07B4-4FCD-81C1-7F27AD2EF45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A4850CA-FD5F-44D2-AE62-77B914B728E5}" type="pres">
      <dgm:prSet presAssocID="{78C09AE5-3AE0-4434-9503-C89CE65C05BC}" presName="spacer" presStyleCnt="0"/>
      <dgm:spPr/>
    </dgm:pt>
    <dgm:pt modelId="{06FE7F86-ACF9-41B8-88C3-B6637E2ABA0F}" type="pres">
      <dgm:prSet presAssocID="{A49F56ED-14F2-487C-8544-F7A85FAFA750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4CA74509-21BF-499D-B812-1CFD551CBC5B}" srcId="{1AA12025-E7F2-4F71-84D0-9EB163DD9FAF}" destId="{2457AA0C-847C-4761-ACB3-4CB3B32A6AFC}" srcOrd="1" destOrd="0" parTransId="{E2C1F5FE-755F-427A-91B5-A056177E1254}" sibTransId="{EBC80AE5-5029-4DDF-A067-E989696065F6}"/>
    <dgm:cxn modelId="{3D35DB09-AB18-4CAE-BCE0-F34DB6BC71B6}" type="presOf" srcId="{96EBCE6E-1B57-45E2-A5FB-ED639E6FAD44}" destId="{A0DD9BDF-08F7-4943-A624-6D3FD190D3FA}" srcOrd="0" destOrd="0" presId="urn:microsoft.com/office/officeart/2005/8/layout/vList2"/>
    <dgm:cxn modelId="{8F19790E-2FBA-48A2-95FF-03E639A58634}" type="presOf" srcId="{A49F56ED-14F2-487C-8544-F7A85FAFA750}" destId="{06FE7F86-ACF9-41B8-88C3-B6637E2ABA0F}" srcOrd="0" destOrd="0" presId="urn:microsoft.com/office/officeart/2005/8/layout/vList2"/>
    <dgm:cxn modelId="{099F481F-E24E-4784-94F6-EB4B0A9B38F9}" srcId="{1AA12025-E7F2-4F71-84D0-9EB163DD9FAF}" destId="{CF577128-C921-47BC-835A-C59BAAA1C678}" srcOrd="3" destOrd="0" parTransId="{81D4C07D-7554-42BF-A400-5B4C87BE15B1}" sibTransId="{FB6DF4E3-75B5-4A14-86F9-F4FA871EF052}"/>
    <dgm:cxn modelId="{2DFE1721-DF84-4006-9631-0905218E6968}" type="presOf" srcId="{4C8BD5EC-125B-40D7-AE01-204EBA9A875B}" destId="{01DF1CE6-2F8A-46DC-BEC0-F01D624F15D1}" srcOrd="0" destOrd="0" presId="urn:microsoft.com/office/officeart/2005/8/layout/vList2"/>
    <dgm:cxn modelId="{351F802A-8F5D-47CB-9B90-486A732D13E6}" srcId="{1AA12025-E7F2-4F71-84D0-9EB163DD9FAF}" destId="{4C8BD5EC-125B-40D7-AE01-204EBA9A875B}" srcOrd="4" destOrd="0" parTransId="{8994C861-5F96-49A6-A70D-970A6E4B44F6}" sibTransId="{20B0FDC2-39C7-4C89-AD70-88368EEFD0D0}"/>
    <dgm:cxn modelId="{D79DB161-3FAA-42C5-B6AB-D1F571B27B7F}" type="presOf" srcId="{54021FA2-07B4-4FCD-81C1-7F27AD2EF454}" destId="{12385D77-CF91-4B90-8C5B-C303E3DEEEA8}" srcOrd="0" destOrd="0" presId="urn:microsoft.com/office/officeart/2005/8/layout/vList2"/>
    <dgm:cxn modelId="{F7AB3343-1966-4038-B467-AF956A6BB6A3}" srcId="{1AA12025-E7F2-4F71-84D0-9EB163DD9FAF}" destId="{96EBCE6E-1B57-45E2-A5FB-ED639E6FAD44}" srcOrd="2" destOrd="0" parTransId="{9F4C620C-906E-4DA3-8FAF-E7E4FBC9EADA}" sibTransId="{19B9A07B-768F-489B-839D-30E534BA002A}"/>
    <dgm:cxn modelId="{1527BE47-A4AE-4E8A-91DA-DE58060D4AD2}" type="presOf" srcId="{76A1C246-7213-44D9-B8CD-7196AAB0380B}" destId="{21773070-98F2-480A-A2B4-DA0813EFF256}" srcOrd="0" destOrd="0" presId="urn:microsoft.com/office/officeart/2005/8/layout/vList2"/>
    <dgm:cxn modelId="{B092AF69-525E-4EB7-B842-DEF081FC00BD}" type="presOf" srcId="{1AA12025-E7F2-4F71-84D0-9EB163DD9FAF}" destId="{6929143A-B680-4878-805F-B7B66302FDBD}" srcOrd="0" destOrd="0" presId="urn:microsoft.com/office/officeart/2005/8/layout/vList2"/>
    <dgm:cxn modelId="{6DFAC14F-8D5B-4927-84F3-30531D4F6043}" type="presOf" srcId="{2457AA0C-847C-4761-ACB3-4CB3B32A6AFC}" destId="{EF8B5299-9563-44E5-A109-E58A8D6B667C}" srcOrd="0" destOrd="0" presId="urn:microsoft.com/office/officeart/2005/8/layout/vList2"/>
    <dgm:cxn modelId="{E1D818AA-25B2-4A11-B179-AA4D254D56D4}" srcId="{1AA12025-E7F2-4F71-84D0-9EB163DD9FAF}" destId="{76A1C246-7213-44D9-B8CD-7196AAB0380B}" srcOrd="5" destOrd="0" parTransId="{3556867C-75DA-4273-910C-AA40C4ECA55D}" sibTransId="{7C2E0946-6EBC-4B5F-AC7B-4AD902F422BE}"/>
    <dgm:cxn modelId="{CC6A1BAF-193F-45EE-A559-A83DB36A8045}" srcId="{1AA12025-E7F2-4F71-84D0-9EB163DD9FAF}" destId="{82156DDA-295C-4F29-83EA-0A7DE42A4EC9}" srcOrd="0" destOrd="0" parTransId="{E92BDCE6-E5A5-4E60-8E23-2347941808AB}" sibTransId="{E52F8726-AC0B-4E28-91F4-412549019EC8}"/>
    <dgm:cxn modelId="{5ABB2CBF-B1D5-45AF-B3F0-4AABE1A2AC0E}" type="presOf" srcId="{CF577128-C921-47BC-835A-C59BAAA1C678}" destId="{9A90BDBB-6A39-4498-BDB7-B539049BE46A}" srcOrd="0" destOrd="0" presId="urn:microsoft.com/office/officeart/2005/8/layout/vList2"/>
    <dgm:cxn modelId="{D11288C3-C8C3-4055-AD03-AC08923EFFE0}" type="presOf" srcId="{82156DDA-295C-4F29-83EA-0A7DE42A4EC9}" destId="{F7B9D2CA-8CF3-403F-9833-E8F5E66F6265}" srcOrd="0" destOrd="0" presId="urn:microsoft.com/office/officeart/2005/8/layout/vList2"/>
    <dgm:cxn modelId="{0B68B7C6-C740-49F6-A042-1DBDCD8E07F9}" srcId="{1AA12025-E7F2-4F71-84D0-9EB163DD9FAF}" destId="{A49F56ED-14F2-487C-8544-F7A85FAFA750}" srcOrd="7" destOrd="0" parTransId="{F97A5000-C392-470D-A75D-3518C6BFD66D}" sibTransId="{19B8BC58-980D-4C42-A9CF-C313DC98F938}"/>
    <dgm:cxn modelId="{C995A0F1-4325-4D81-B4A1-4329574E765A}" srcId="{1AA12025-E7F2-4F71-84D0-9EB163DD9FAF}" destId="{54021FA2-07B4-4FCD-81C1-7F27AD2EF454}" srcOrd="6" destOrd="0" parTransId="{697682FA-99F5-48CE-AAA9-2BC76042DD11}" sibTransId="{78C09AE5-3AE0-4434-9503-C89CE65C05BC}"/>
    <dgm:cxn modelId="{3E82E2A9-0E97-4CFA-8DA4-3864B0D3F9EF}" type="presParOf" srcId="{6929143A-B680-4878-805F-B7B66302FDBD}" destId="{F7B9D2CA-8CF3-403F-9833-E8F5E66F6265}" srcOrd="0" destOrd="0" presId="urn:microsoft.com/office/officeart/2005/8/layout/vList2"/>
    <dgm:cxn modelId="{B84304B7-C7C2-401A-A785-BC8390338900}" type="presParOf" srcId="{6929143A-B680-4878-805F-B7B66302FDBD}" destId="{8ED0633A-4F0A-47BC-8B53-5A726A829BE1}" srcOrd="1" destOrd="0" presId="urn:microsoft.com/office/officeart/2005/8/layout/vList2"/>
    <dgm:cxn modelId="{7C888975-4DA1-4B2B-9081-C55E9E77ED60}" type="presParOf" srcId="{6929143A-B680-4878-805F-B7B66302FDBD}" destId="{EF8B5299-9563-44E5-A109-E58A8D6B667C}" srcOrd="2" destOrd="0" presId="urn:microsoft.com/office/officeart/2005/8/layout/vList2"/>
    <dgm:cxn modelId="{D4D55281-5E06-47F6-A370-CF0CBB217B67}" type="presParOf" srcId="{6929143A-B680-4878-805F-B7B66302FDBD}" destId="{1BE293E8-E197-4021-A46E-85182AD362DB}" srcOrd="3" destOrd="0" presId="urn:microsoft.com/office/officeart/2005/8/layout/vList2"/>
    <dgm:cxn modelId="{AFA25933-EB47-4F7B-8DA5-6F7FDAF75355}" type="presParOf" srcId="{6929143A-B680-4878-805F-B7B66302FDBD}" destId="{A0DD9BDF-08F7-4943-A624-6D3FD190D3FA}" srcOrd="4" destOrd="0" presId="urn:microsoft.com/office/officeart/2005/8/layout/vList2"/>
    <dgm:cxn modelId="{9FAEE164-7902-453F-9268-E349574FE8D8}" type="presParOf" srcId="{6929143A-B680-4878-805F-B7B66302FDBD}" destId="{C8F48361-5125-40D1-A7E1-1013189188CB}" srcOrd="5" destOrd="0" presId="urn:microsoft.com/office/officeart/2005/8/layout/vList2"/>
    <dgm:cxn modelId="{BA1598D7-110C-45AE-B429-5F09E4D772B1}" type="presParOf" srcId="{6929143A-B680-4878-805F-B7B66302FDBD}" destId="{9A90BDBB-6A39-4498-BDB7-B539049BE46A}" srcOrd="6" destOrd="0" presId="urn:microsoft.com/office/officeart/2005/8/layout/vList2"/>
    <dgm:cxn modelId="{0DA91A39-0F27-4FBC-B69B-1FE4CC79C481}" type="presParOf" srcId="{6929143A-B680-4878-805F-B7B66302FDBD}" destId="{6EB6E5CF-FDC2-4B1E-BAFE-C5EC62C3F3B1}" srcOrd="7" destOrd="0" presId="urn:microsoft.com/office/officeart/2005/8/layout/vList2"/>
    <dgm:cxn modelId="{88362FF1-E0F4-4C5A-A5FA-11D42D4D3F6C}" type="presParOf" srcId="{6929143A-B680-4878-805F-B7B66302FDBD}" destId="{01DF1CE6-2F8A-46DC-BEC0-F01D624F15D1}" srcOrd="8" destOrd="0" presId="urn:microsoft.com/office/officeart/2005/8/layout/vList2"/>
    <dgm:cxn modelId="{905E553F-A713-4CE9-89DA-33805EF5EF1B}" type="presParOf" srcId="{6929143A-B680-4878-805F-B7B66302FDBD}" destId="{8673B960-084E-4BC6-8038-C428B7953FF7}" srcOrd="9" destOrd="0" presId="urn:microsoft.com/office/officeart/2005/8/layout/vList2"/>
    <dgm:cxn modelId="{3CC22090-842C-4EE6-A669-5D1824671E8B}" type="presParOf" srcId="{6929143A-B680-4878-805F-B7B66302FDBD}" destId="{21773070-98F2-480A-A2B4-DA0813EFF256}" srcOrd="10" destOrd="0" presId="urn:microsoft.com/office/officeart/2005/8/layout/vList2"/>
    <dgm:cxn modelId="{B1F0E95D-007A-4866-8CC9-D098FD2FC8CB}" type="presParOf" srcId="{6929143A-B680-4878-805F-B7B66302FDBD}" destId="{E375E86B-84FD-4C91-9FAE-C0BAA534ADA1}" srcOrd="11" destOrd="0" presId="urn:microsoft.com/office/officeart/2005/8/layout/vList2"/>
    <dgm:cxn modelId="{B8BD7A9A-3843-470A-9A8C-84A69D01D1AC}" type="presParOf" srcId="{6929143A-B680-4878-805F-B7B66302FDBD}" destId="{12385D77-CF91-4B90-8C5B-C303E3DEEEA8}" srcOrd="12" destOrd="0" presId="urn:microsoft.com/office/officeart/2005/8/layout/vList2"/>
    <dgm:cxn modelId="{03D41CD7-1365-4DBC-BA18-C2531B858B41}" type="presParOf" srcId="{6929143A-B680-4878-805F-B7B66302FDBD}" destId="{8A4850CA-FD5F-44D2-AE62-77B914B728E5}" srcOrd="13" destOrd="0" presId="urn:microsoft.com/office/officeart/2005/8/layout/vList2"/>
    <dgm:cxn modelId="{6930B6F6-D7EB-4DB1-AF8F-BB5F315ED2AB}" type="presParOf" srcId="{6929143A-B680-4878-805F-B7B66302FDBD}" destId="{06FE7F86-ACF9-41B8-88C3-B6637E2ABA0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6D1C234-6410-4442-AB0E-C4774AA99C3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BDC6EF-00D3-4992-B00C-146D62E45480}">
      <dgm:prSet/>
      <dgm:spPr/>
      <dgm:t>
        <a:bodyPr/>
        <a:lstStyle/>
        <a:p>
          <a:r>
            <a:rPr lang="en-US"/>
            <a:t>• Leak-Free Strategy: Evaluated tuning parameters using PredefinedSplit on chronological training folds.</a:t>
          </a:r>
        </a:p>
      </dgm:t>
    </dgm:pt>
    <dgm:pt modelId="{3A069960-DF51-4DFC-BDDD-5D92D5D185EB}" type="parTrans" cxnId="{96F356D7-8796-4E82-B0E0-1B271C4462D7}">
      <dgm:prSet/>
      <dgm:spPr/>
      <dgm:t>
        <a:bodyPr/>
        <a:lstStyle/>
        <a:p>
          <a:endParaRPr lang="en-US"/>
        </a:p>
      </dgm:t>
    </dgm:pt>
    <dgm:pt modelId="{7DE619B1-F197-458A-8496-A8C7107EC671}" type="sibTrans" cxnId="{96F356D7-8796-4E82-B0E0-1B271C4462D7}">
      <dgm:prSet/>
      <dgm:spPr/>
      <dgm:t>
        <a:bodyPr/>
        <a:lstStyle/>
        <a:p>
          <a:endParaRPr lang="en-US"/>
        </a:p>
      </dgm:t>
    </dgm:pt>
    <dgm:pt modelId="{EF9B45D6-48E0-4FF1-AFD6-2B2C858DD483}">
      <dgm:prSet/>
      <dgm:spPr/>
      <dgm:t>
        <a:bodyPr/>
        <a:lstStyle/>
        <a:p>
          <a:r>
            <a:rPr lang="en-US"/>
            <a:t>• Parameter Grid Search: Tested tree depths [5, 7, 9, 12, None] and estimator counts [50, 100, 150, 200].</a:t>
          </a:r>
        </a:p>
      </dgm:t>
    </dgm:pt>
    <dgm:pt modelId="{EEFD4204-44AF-4897-9B30-9A72DFE4A991}" type="parTrans" cxnId="{708017A4-3B14-429A-BE3F-B1F8B30EE80E}">
      <dgm:prSet/>
      <dgm:spPr/>
      <dgm:t>
        <a:bodyPr/>
        <a:lstStyle/>
        <a:p>
          <a:endParaRPr lang="en-US"/>
        </a:p>
      </dgm:t>
    </dgm:pt>
    <dgm:pt modelId="{59F11348-E325-49DB-A3EA-A93F93F62327}" type="sibTrans" cxnId="{708017A4-3B14-429A-BE3F-B1F8B30EE80E}">
      <dgm:prSet/>
      <dgm:spPr/>
      <dgm:t>
        <a:bodyPr/>
        <a:lstStyle/>
        <a:p>
          <a:endParaRPr lang="en-US"/>
        </a:p>
      </dgm:t>
    </dgm:pt>
    <dgm:pt modelId="{F2133531-DBF9-4AE3-A9EA-3AEA23C41FF0}">
      <dgm:prSet/>
      <dgm:spPr/>
      <dgm:t>
        <a:bodyPr/>
        <a:lstStyle/>
        <a:p>
          <a:r>
            <a:rPr lang="en-US" dirty="0"/>
            <a:t>• Optimal Hyperparameters: </a:t>
          </a:r>
          <a:r>
            <a:rPr lang="en-US" dirty="0" err="1"/>
            <a:t>max_depth</a:t>
          </a:r>
          <a:r>
            <a:rPr lang="en-US" dirty="0"/>
            <a:t>=7, </a:t>
          </a:r>
          <a:r>
            <a:rPr lang="en-US" dirty="0" err="1"/>
            <a:t>n_estimators</a:t>
          </a:r>
          <a:r>
            <a:rPr lang="en-US" dirty="0"/>
            <a:t>=200, </a:t>
          </a:r>
          <a:r>
            <a:rPr lang="en-US" dirty="0" err="1"/>
            <a:t>min_samples_split</a:t>
          </a:r>
          <a:r>
            <a:rPr lang="en-US" dirty="0"/>
            <a:t>=10, </a:t>
          </a:r>
          <a:r>
            <a:rPr lang="en-IN" b="0" i="0" dirty="0" err="1"/>
            <a:t>min_samples_leaf</a:t>
          </a:r>
          <a:r>
            <a:rPr lang="en-IN" b="0" i="0" dirty="0"/>
            <a:t>: 1, random-state: 42</a:t>
          </a:r>
          <a:r>
            <a:rPr lang="en-US" dirty="0"/>
            <a:t>.</a:t>
          </a:r>
        </a:p>
      </dgm:t>
    </dgm:pt>
    <dgm:pt modelId="{8A87CC15-6B5D-453C-91B9-B232E0F9667A}" type="parTrans" cxnId="{35EF6FD0-2E7A-4D31-B86C-D0210C97BE7F}">
      <dgm:prSet/>
      <dgm:spPr/>
      <dgm:t>
        <a:bodyPr/>
        <a:lstStyle/>
        <a:p>
          <a:endParaRPr lang="en-US"/>
        </a:p>
      </dgm:t>
    </dgm:pt>
    <dgm:pt modelId="{95CF4002-99D9-4D81-8F85-8995FE94DEE5}" type="sibTrans" cxnId="{35EF6FD0-2E7A-4D31-B86C-D0210C97BE7F}">
      <dgm:prSet/>
      <dgm:spPr/>
      <dgm:t>
        <a:bodyPr/>
        <a:lstStyle/>
        <a:p>
          <a:endParaRPr lang="en-US"/>
        </a:p>
      </dgm:t>
    </dgm:pt>
    <dgm:pt modelId="{748DF006-2225-4EC7-B969-E3170B372AEE}">
      <dgm:prSet/>
      <dgm:spPr/>
      <dgm:t>
        <a:bodyPr/>
        <a:lstStyle/>
        <a:p>
          <a:r>
            <a:rPr lang="en-US" dirty="0"/>
            <a:t>• Tuning Result: Cross-validated tuning MAE improved down to ±31.7 runs prior to final test exposure.</a:t>
          </a:r>
        </a:p>
      </dgm:t>
    </dgm:pt>
    <dgm:pt modelId="{0C9A8131-28FE-4675-9454-EEED430C6BCB}" type="parTrans" cxnId="{98F556FE-D72C-4F5B-B508-3DC81831D69E}">
      <dgm:prSet/>
      <dgm:spPr/>
      <dgm:t>
        <a:bodyPr/>
        <a:lstStyle/>
        <a:p>
          <a:endParaRPr lang="en-US"/>
        </a:p>
      </dgm:t>
    </dgm:pt>
    <dgm:pt modelId="{47ACD3CB-9FC4-4907-8DAD-347447F85031}" type="sibTrans" cxnId="{98F556FE-D72C-4F5B-B508-3DC81831D69E}">
      <dgm:prSet/>
      <dgm:spPr/>
      <dgm:t>
        <a:bodyPr/>
        <a:lstStyle/>
        <a:p>
          <a:endParaRPr lang="en-US"/>
        </a:p>
      </dgm:t>
    </dgm:pt>
    <dgm:pt modelId="{CBB9DE7A-54C7-4468-B4BB-F54A656F34D6}" type="pres">
      <dgm:prSet presAssocID="{C6D1C234-6410-4442-AB0E-C4774AA99C31}" presName="outerComposite" presStyleCnt="0">
        <dgm:presLayoutVars>
          <dgm:chMax val="5"/>
          <dgm:dir/>
          <dgm:resizeHandles val="exact"/>
        </dgm:presLayoutVars>
      </dgm:prSet>
      <dgm:spPr/>
    </dgm:pt>
    <dgm:pt modelId="{305A4956-FE05-4655-BEDE-11B46A033DD8}" type="pres">
      <dgm:prSet presAssocID="{C6D1C234-6410-4442-AB0E-C4774AA99C31}" presName="dummyMaxCanvas" presStyleCnt="0">
        <dgm:presLayoutVars/>
      </dgm:prSet>
      <dgm:spPr/>
    </dgm:pt>
    <dgm:pt modelId="{64162068-AC8E-4FC2-B3AB-FEF98D5681BB}" type="pres">
      <dgm:prSet presAssocID="{C6D1C234-6410-4442-AB0E-C4774AA99C31}" presName="FourNodes_1" presStyleLbl="node1" presStyleIdx="0" presStyleCnt="4">
        <dgm:presLayoutVars>
          <dgm:bulletEnabled val="1"/>
        </dgm:presLayoutVars>
      </dgm:prSet>
      <dgm:spPr/>
    </dgm:pt>
    <dgm:pt modelId="{3E69D0FB-D262-400B-B3BD-49015FA0ECC6}" type="pres">
      <dgm:prSet presAssocID="{C6D1C234-6410-4442-AB0E-C4774AA99C31}" presName="FourNodes_2" presStyleLbl="node1" presStyleIdx="1" presStyleCnt="4">
        <dgm:presLayoutVars>
          <dgm:bulletEnabled val="1"/>
        </dgm:presLayoutVars>
      </dgm:prSet>
      <dgm:spPr/>
    </dgm:pt>
    <dgm:pt modelId="{43304FD0-362A-4BD7-A725-677371A242A3}" type="pres">
      <dgm:prSet presAssocID="{C6D1C234-6410-4442-AB0E-C4774AA99C31}" presName="FourNodes_3" presStyleLbl="node1" presStyleIdx="2" presStyleCnt="4">
        <dgm:presLayoutVars>
          <dgm:bulletEnabled val="1"/>
        </dgm:presLayoutVars>
      </dgm:prSet>
      <dgm:spPr/>
    </dgm:pt>
    <dgm:pt modelId="{659955A3-4C94-43EF-8DC7-89A5EA5D14E9}" type="pres">
      <dgm:prSet presAssocID="{C6D1C234-6410-4442-AB0E-C4774AA99C31}" presName="FourNodes_4" presStyleLbl="node1" presStyleIdx="3" presStyleCnt="4">
        <dgm:presLayoutVars>
          <dgm:bulletEnabled val="1"/>
        </dgm:presLayoutVars>
      </dgm:prSet>
      <dgm:spPr/>
    </dgm:pt>
    <dgm:pt modelId="{6FF0BC9D-0E20-4D03-A500-F169389A5B89}" type="pres">
      <dgm:prSet presAssocID="{C6D1C234-6410-4442-AB0E-C4774AA99C31}" presName="FourConn_1-2" presStyleLbl="fgAccFollowNode1" presStyleIdx="0" presStyleCnt="3">
        <dgm:presLayoutVars>
          <dgm:bulletEnabled val="1"/>
        </dgm:presLayoutVars>
      </dgm:prSet>
      <dgm:spPr/>
    </dgm:pt>
    <dgm:pt modelId="{AA17E79A-B1A3-4AFD-9419-387B1AEE8F8F}" type="pres">
      <dgm:prSet presAssocID="{C6D1C234-6410-4442-AB0E-C4774AA99C31}" presName="FourConn_2-3" presStyleLbl="fgAccFollowNode1" presStyleIdx="1" presStyleCnt="3">
        <dgm:presLayoutVars>
          <dgm:bulletEnabled val="1"/>
        </dgm:presLayoutVars>
      </dgm:prSet>
      <dgm:spPr/>
    </dgm:pt>
    <dgm:pt modelId="{2FB9755D-2ED6-43F3-8332-A141CBAE9798}" type="pres">
      <dgm:prSet presAssocID="{C6D1C234-6410-4442-AB0E-C4774AA99C31}" presName="FourConn_3-4" presStyleLbl="fgAccFollowNode1" presStyleIdx="2" presStyleCnt="3">
        <dgm:presLayoutVars>
          <dgm:bulletEnabled val="1"/>
        </dgm:presLayoutVars>
      </dgm:prSet>
      <dgm:spPr/>
    </dgm:pt>
    <dgm:pt modelId="{4690B6FD-F9AF-46A0-AE37-1B4B3A4BFD8E}" type="pres">
      <dgm:prSet presAssocID="{C6D1C234-6410-4442-AB0E-C4774AA99C31}" presName="FourNodes_1_text" presStyleLbl="node1" presStyleIdx="3" presStyleCnt="4">
        <dgm:presLayoutVars>
          <dgm:bulletEnabled val="1"/>
        </dgm:presLayoutVars>
      </dgm:prSet>
      <dgm:spPr/>
    </dgm:pt>
    <dgm:pt modelId="{08D37393-DA54-48DF-B92C-01687F538A1C}" type="pres">
      <dgm:prSet presAssocID="{C6D1C234-6410-4442-AB0E-C4774AA99C31}" presName="FourNodes_2_text" presStyleLbl="node1" presStyleIdx="3" presStyleCnt="4">
        <dgm:presLayoutVars>
          <dgm:bulletEnabled val="1"/>
        </dgm:presLayoutVars>
      </dgm:prSet>
      <dgm:spPr/>
    </dgm:pt>
    <dgm:pt modelId="{FB842E5E-268A-44B2-ACBA-307575E1C9A5}" type="pres">
      <dgm:prSet presAssocID="{C6D1C234-6410-4442-AB0E-C4774AA99C31}" presName="FourNodes_3_text" presStyleLbl="node1" presStyleIdx="3" presStyleCnt="4">
        <dgm:presLayoutVars>
          <dgm:bulletEnabled val="1"/>
        </dgm:presLayoutVars>
      </dgm:prSet>
      <dgm:spPr/>
    </dgm:pt>
    <dgm:pt modelId="{6F0505F3-4012-4CFD-AA18-42D51690BCD0}" type="pres">
      <dgm:prSet presAssocID="{C6D1C234-6410-4442-AB0E-C4774AA99C3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34D0402-4BA5-409F-8AF2-803B95C53476}" type="presOf" srcId="{95CF4002-99D9-4D81-8F85-8995FE94DEE5}" destId="{2FB9755D-2ED6-43F3-8332-A141CBAE9798}" srcOrd="0" destOrd="0" presId="urn:microsoft.com/office/officeart/2005/8/layout/vProcess5"/>
    <dgm:cxn modelId="{7EBAF60B-4404-463F-BDA0-5C6333509B20}" type="presOf" srcId="{A2BDC6EF-00D3-4992-B00C-146D62E45480}" destId="{4690B6FD-F9AF-46A0-AE37-1B4B3A4BFD8E}" srcOrd="1" destOrd="0" presId="urn:microsoft.com/office/officeart/2005/8/layout/vProcess5"/>
    <dgm:cxn modelId="{5A531D1E-3754-4D62-8A49-7803A7AC916E}" type="presOf" srcId="{59F11348-E325-49DB-A3EA-A93F93F62327}" destId="{AA17E79A-B1A3-4AFD-9419-387B1AEE8F8F}" srcOrd="0" destOrd="0" presId="urn:microsoft.com/office/officeart/2005/8/layout/vProcess5"/>
    <dgm:cxn modelId="{9CA1A179-2B36-44B4-BB4A-84A872157913}" type="presOf" srcId="{748DF006-2225-4EC7-B969-E3170B372AEE}" destId="{6F0505F3-4012-4CFD-AA18-42D51690BCD0}" srcOrd="1" destOrd="0" presId="urn:microsoft.com/office/officeart/2005/8/layout/vProcess5"/>
    <dgm:cxn modelId="{81459D80-9EC0-4518-99B9-4F676EAA78D5}" type="presOf" srcId="{7DE619B1-F197-458A-8496-A8C7107EC671}" destId="{6FF0BC9D-0E20-4D03-A500-F169389A5B89}" srcOrd="0" destOrd="0" presId="urn:microsoft.com/office/officeart/2005/8/layout/vProcess5"/>
    <dgm:cxn modelId="{38714D92-1FC4-4966-A103-B0A592F66294}" type="presOf" srcId="{748DF006-2225-4EC7-B969-E3170B372AEE}" destId="{659955A3-4C94-43EF-8DC7-89A5EA5D14E9}" srcOrd="0" destOrd="0" presId="urn:microsoft.com/office/officeart/2005/8/layout/vProcess5"/>
    <dgm:cxn modelId="{03C94E94-AC5F-40AF-94B7-550BA3D025A9}" type="presOf" srcId="{EF9B45D6-48E0-4FF1-AFD6-2B2C858DD483}" destId="{08D37393-DA54-48DF-B92C-01687F538A1C}" srcOrd="1" destOrd="0" presId="urn:microsoft.com/office/officeart/2005/8/layout/vProcess5"/>
    <dgm:cxn modelId="{C81D8D9A-7E29-4DD8-94CB-964D9466A9FA}" type="presOf" srcId="{F2133531-DBF9-4AE3-A9EA-3AEA23C41FF0}" destId="{43304FD0-362A-4BD7-A725-677371A242A3}" srcOrd="0" destOrd="0" presId="urn:microsoft.com/office/officeart/2005/8/layout/vProcess5"/>
    <dgm:cxn modelId="{6FAC779D-78DD-4D44-8C40-2B05C5C3112B}" type="presOf" srcId="{F2133531-DBF9-4AE3-A9EA-3AEA23C41FF0}" destId="{FB842E5E-268A-44B2-ACBA-307575E1C9A5}" srcOrd="1" destOrd="0" presId="urn:microsoft.com/office/officeart/2005/8/layout/vProcess5"/>
    <dgm:cxn modelId="{708017A4-3B14-429A-BE3F-B1F8B30EE80E}" srcId="{C6D1C234-6410-4442-AB0E-C4774AA99C31}" destId="{EF9B45D6-48E0-4FF1-AFD6-2B2C858DD483}" srcOrd="1" destOrd="0" parTransId="{EEFD4204-44AF-4897-9B30-9A72DFE4A991}" sibTransId="{59F11348-E325-49DB-A3EA-A93F93F62327}"/>
    <dgm:cxn modelId="{C8906CB9-EDB8-478D-BAD5-5D6E91A9125A}" type="presOf" srcId="{EF9B45D6-48E0-4FF1-AFD6-2B2C858DD483}" destId="{3E69D0FB-D262-400B-B3BD-49015FA0ECC6}" srcOrd="0" destOrd="0" presId="urn:microsoft.com/office/officeart/2005/8/layout/vProcess5"/>
    <dgm:cxn modelId="{4A2BEEBF-5507-49D5-8980-FBAF4E23E227}" type="presOf" srcId="{C6D1C234-6410-4442-AB0E-C4774AA99C31}" destId="{CBB9DE7A-54C7-4468-B4BB-F54A656F34D6}" srcOrd="0" destOrd="0" presId="urn:microsoft.com/office/officeart/2005/8/layout/vProcess5"/>
    <dgm:cxn modelId="{35EF6FD0-2E7A-4D31-B86C-D0210C97BE7F}" srcId="{C6D1C234-6410-4442-AB0E-C4774AA99C31}" destId="{F2133531-DBF9-4AE3-A9EA-3AEA23C41FF0}" srcOrd="2" destOrd="0" parTransId="{8A87CC15-6B5D-453C-91B9-B232E0F9667A}" sibTransId="{95CF4002-99D9-4D81-8F85-8995FE94DEE5}"/>
    <dgm:cxn modelId="{96F356D7-8796-4E82-B0E0-1B271C4462D7}" srcId="{C6D1C234-6410-4442-AB0E-C4774AA99C31}" destId="{A2BDC6EF-00D3-4992-B00C-146D62E45480}" srcOrd="0" destOrd="0" parTransId="{3A069960-DF51-4DFC-BDDD-5D92D5D185EB}" sibTransId="{7DE619B1-F197-458A-8496-A8C7107EC671}"/>
    <dgm:cxn modelId="{866B78DC-0412-4860-AD6B-EF385FC49246}" type="presOf" srcId="{A2BDC6EF-00D3-4992-B00C-146D62E45480}" destId="{64162068-AC8E-4FC2-B3AB-FEF98D5681BB}" srcOrd="0" destOrd="0" presId="urn:microsoft.com/office/officeart/2005/8/layout/vProcess5"/>
    <dgm:cxn modelId="{98F556FE-D72C-4F5B-B508-3DC81831D69E}" srcId="{C6D1C234-6410-4442-AB0E-C4774AA99C31}" destId="{748DF006-2225-4EC7-B969-E3170B372AEE}" srcOrd="3" destOrd="0" parTransId="{0C9A8131-28FE-4675-9454-EEED430C6BCB}" sibTransId="{47ACD3CB-9FC4-4907-8DAD-347447F85031}"/>
    <dgm:cxn modelId="{DD8EB984-7558-4EC1-83ED-EB8562703DBA}" type="presParOf" srcId="{CBB9DE7A-54C7-4468-B4BB-F54A656F34D6}" destId="{305A4956-FE05-4655-BEDE-11B46A033DD8}" srcOrd="0" destOrd="0" presId="urn:microsoft.com/office/officeart/2005/8/layout/vProcess5"/>
    <dgm:cxn modelId="{6D0A3FA6-4FC4-490D-A396-C586B62A96EB}" type="presParOf" srcId="{CBB9DE7A-54C7-4468-B4BB-F54A656F34D6}" destId="{64162068-AC8E-4FC2-B3AB-FEF98D5681BB}" srcOrd="1" destOrd="0" presId="urn:microsoft.com/office/officeart/2005/8/layout/vProcess5"/>
    <dgm:cxn modelId="{E822574E-7EBF-4A4A-8023-29AB74CBEE5F}" type="presParOf" srcId="{CBB9DE7A-54C7-4468-B4BB-F54A656F34D6}" destId="{3E69D0FB-D262-400B-B3BD-49015FA0ECC6}" srcOrd="2" destOrd="0" presId="urn:microsoft.com/office/officeart/2005/8/layout/vProcess5"/>
    <dgm:cxn modelId="{41F4F49A-4FE7-4774-AF23-EED7549619DA}" type="presParOf" srcId="{CBB9DE7A-54C7-4468-B4BB-F54A656F34D6}" destId="{43304FD0-362A-4BD7-A725-677371A242A3}" srcOrd="3" destOrd="0" presId="urn:microsoft.com/office/officeart/2005/8/layout/vProcess5"/>
    <dgm:cxn modelId="{488B9820-5C9C-4D4D-B7DC-6417223D2AFA}" type="presParOf" srcId="{CBB9DE7A-54C7-4468-B4BB-F54A656F34D6}" destId="{659955A3-4C94-43EF-8DC7-89A5EA5D14E9}" srcOrd="4" destOrd="0" presId="urn:microsoft.com/office/officeart/2005/8/layout/vProcess5"/>
    <dgm:cxn modelId="{F3E272F3-0AD7-4A19-A71D-F4E5FCA7C554}" type="presParOf" srcId="{CBB9DE7A-54C7-4468-B4BB-F54A656F34D6}" destId="{6FF0BC9D-0E20-4D03-A500-F169389A5B89}" srcOrd="5" destOrd="0" presId="urn:microsoft.com/office/officeart/2005/8/layout/vProcess5"/>
    <dgm:cxn modelId="{1A1E50FF-AFDD-4808-B239-8D22DA4870EE}" type="presParOf" srcId="{CBB9DE7A-54C7-4468-B4BB-F54A656F34D6}" destId="{AA17E79A-B1A3-4AFD-9419-387B1AEE8F8F}" srcOrd="6" destOrd="0" presId="urn:microsoft.com/office/officeart/2005/8/layout/vProcess5"/>
    <dgm:cxn modelId="{5F7C409F-70F0-43EB-AA93-D9D0A1512CCE}" type="presParOf" srcId="{CBB9DE7A-54C7-4468-B4BB-F54A656F34D6}" destId="{2FB9755D-2ED6-43F3-8332-A141CBAE9798}" srcOrd="7" destOrd="0" presId="urn:microsoft.com/office/officeart/2005/8/layout/vProcess5"/>
    <dgm:cxn modelId="{CE9F1CBA-C1C3-475A-897B-D66670285648}" type="presParOf" srcId="{CBB9DE7A-54C7-4468-B4BB-F54A656F34D6}" destId="{4690B6FD-F9AF-46A0-AE37-1B4B3A4BFD8E}" srcOrd="8" destOrd="0" presId="urn:microsoft.com/office/officeart/2005/8/layout/vProcess5"/>
    <dgm:cxn modelId="{CC47F70D-D4BE-47CE-B09E-ED4167250E1C}" type="presParOf" srcId="{CBB9DE7A-54C7-4468-B4BB-F54A656F34D6}" destId="{08D37393-DA54-48DF-B92C-01687F538A1C}" srcOrd="9" destOrd="0" presId="urn:microsoft.com/office/officeart/2005/8/layout/vProcess5"/>
    <dgm:cxn modelId="{2AB8809A-CE52-4CCF-B12C-428C05BB8DDE}" type="presParOf" srcId="{CBB9DE7A-54C7-4468-B4BB-F54A656F34D6}" destId="{FB842E5E-268A-44B2-ACBA-307575E1C9A5}" srcOrd="10" destOrd="0" presId="urn:microsoft.com/office/officeart/2005/8/layout/vProcess5"/>
    <dgm:cxn modelId="{BE346D37-5D9B-4EC0-8BE1-97F98F514EFF}" type="presParOf" srcId="{CBB9DE7A-54C7-4468-B4BB-F54A656F34D6}" destId="{6F0505F3-4012-4CFD-AA18-42D51690BCD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9F769D5-1769-40EE-B002-62581907DD6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A1CF2D-4D6E-4FCB-8FAD-CA0415B469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Single Test Set Exposure: Evaluated exclusively once on the untouched 230-row chronological test set.</a:t>
          </a:r>
        </a:p>
      </dgm:t>
    </dgm:pt>
    <dgm:pt modelId="{121FE740-BEA6-4981-A645-F1BB2D77E46E}" type="parTrans" cxnId="{60357F29-F735-4D64-8867-DD05BA0C8194}">
      <dgm:prSet/>
      <dgm:spPr/>
      <dgm:t>
        <a:bodyPr/>
        <a:lstStyle/>
        <a:p>
          <a:endParaRPr lang="en-US"/>
        </a:p>
      </dgm:t>
    </dgm:pt>
    <dgm:pt modelId="{9475412A-20F4-4826-9823-51F53F1E190A}" type="sibTrans" cxnId="{60357F29-F735-4D64-8867-DD05BA0C81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944191-CA4C-4866-921C-7ACB41FA87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Final Champion Performance: Test MAE = ±31.7 runs | Test R² Score = 71.17%</a:t>
          </a:r>
        </a:p>
      </dgm:t>
    </dgm:pt>
    <dgm:pt modelId="{22FBBDA0-11F3-44FE-B228-F4918E43D682}" type="parTrans" cxnId="{74CDFAB8-D4D5-4A93-8E06-021FCDEF06AD}">
      <dgm:prSet/>
      <dgm:spPr/>
      <dgm:t>
        <a:bodyPr/>
        <a:lstStyle/>
        <a:p>
          <a:endParaRPr lang="en-US"/>
        </a:p>
      </dgm:t>
    </dgm:pt>
    <dgm:pt modelId="{D52429DD-69DE-470D-BE9C-C759467F36C7}" type="sibTrans" cxnId="{74CDFAB8-D4D5-4A93-8E06-021FCDEF06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502F7BE-0962-4B97-BD5E-436A0AA0C6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Error Analysis Insight 1: High residual errors occur in rain-shortened matches where overs_played drops prematurely.</a:t>
          </a:r>
        </a:p>
      </dgm:t>
    </dgm:pt>
    <dgm:pt modelId="{90C4CE98-5D5C-4179-B09D-759E86EEC119}" type="parTrans" cxnId="{CFDFF68B-9F78-46C0-90DF-492B70E80FE9}">
      <dgm:prSet/>
      <dgm:spPr/>
      <dgm:t>
        <a:bodyPr/>
        <a:lstStyle/>
        <a:p>
          <a:endParaRPr lang="en-US"/>
        </a:p>
      </dgm:t>
    </dgm:pt>
    <dgm:pt modelId="{F404515A-8F5D-40D5-A6E6-C3BEBAD0AA32}" type="sibTrans" cxnId="{CFDFF68B-9F78-46C0-90DF-492B70E80F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7A381F8-5C5D-41BE-AC88-E75C2BAB76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Error Analysis Insight 2: Model over-predicts score potential when teams bat second chasing small total targets.</a:t>
          </a:r>
        </a:p>
      </dgm:t>
    </dgm:pt>
    <dgm:pt modelId="{7553842E-6C85-44B5-A8DF-9C331BD7588F}" type="parTrans" cxnId="{29A62CC1-EC27-4757-BC23-C29A20FBBF5F}">
      <dgm:prSet/>
      <dgm:spPr/>
      <dgm:t>
        <a:bodyPr/>
        <a:lstStyle/>
        <a:p>
          <a:endParaRPr lang="en-US"/>
        </a:p>
      </dgm:t>
    </dgm:pt>
    <dgm:pt modelId="{EAC35F83-62C1-489D-9CA8-8A3BFFAE0AD1}" type="sibTrans" cxnId="{29A62CC1-EC27-4757-BC23-C29A20FBBF5F}">
      <dgm:prSet/>
      <dgm:spPr/>
      <dgm:t>
        <a:bodyPr/>
        <a:lstStyle/>
        <a:p>
          <a:endParaRPr lang="en-US"/>
        </a:p>
      </dgm:t>
    </dgm:pt>
    <dgm:pt modelId="{B24AD7E8-B9FA-4EAE-9067-EFC8AC353CCC}" type="pres">
      <dgm:prSet presAssocID="{59F769D5-1769-40EE-B002-62581907DD63}" presName="root" presStyleCnt="0">
        <dgm:presLayoutVars>
          <dgm:dir/>
          <dgm:resizeHandles val="exact"/>
        </dgm:presLayoutVars>
      </dgm:prSet>
      <dgm:spPr/>
    </dgm:pt>
    <dgm:pt modelId="{0AB52BC7-9615-4DC5-9EDE-32BA62A4EF1B}" type="pres">
      <dgm:prSet presAssocID="{59F769D5-1769-40EE-B002-62581907DD63}" presName="container" presStyleCnt="0">
        <dgm:presLayoutVars>
          <dgm:dir/>
          <dgm:resizeHandles val="exact"/>
        </dgm:presLayoutVars>
      </dgm:prSet>
      <dgm:spPr/>
    </dgm:pt>
    <dgm:pt modelId="{3D3588A3-2ECF-4E8B-A3EE-2EC73C245187}" type="pres">
      <dgm:prSet presAssocID="{12A1CF2D-4D6E-4FCB-8FAD-CA0415B4695A}" presName="compNode" presStyleCnt="0"/>
      <dgm:spPr/>
    </dgm:pt>
    <dgm:pt modelId="{9ECD04DA-26A7-4D2C-A58A-A6F3CB0E873E}" type="pres">
      <dgm:prSet presAssocID="{12A1CF2D-4D6E-4FCB-8FAD-CA0415B4695A}" presName="iconBgRect" presStyleLbl="bgShp" presStyleIdx="0" presStyleCnt="4"/>
      <dgm:spPr/>
    </dgm:pt>
    <dgm:pt modelId="{089152C9-894D-46F1-ABD7-3FA71F7FD60A}" type="pres">
      <dgm:prSet presAssocID="{12A1CF2D-4D6E-4FCB-8FAD-CA0415B469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C4FA2FA2-DDB9-4AA4-B620-5C38540CE26D}" type="pres">
      <dgm:prSet presAssocID="{12A1CF2D-4D6E-4FCB-8FAD-CA0415B4695A}" presName="spaceRect" presStyleCnt="0"/>
      <dgm:spPr/>
    </dgm:pt>
    <dgm:pt modelId="{E79EF40E-A476-48F2-9E46-4CBA911DB3CC}" type="pres">
      <dgm:prSet presAssocID="{12A1CF2D-4D6E-4FCB-8FAD-CA0415B4695A}" presName="textRect" presStyleLbl="revTx" presStyleIdx="0" presStyleCnt="4">
        <dgm:presLayoutVars>
          <dgm:chMax val="1"/>
          <dgm:chPref val="1"/>
        </dgm:presLayoutVars>
      </dgm:prSet>
      <dgm:spPr/>
    </dgm:pt>
    <dgm:pt modelId="{67031D44-D728-4D01-AD51-EE5DAB3ECF3F}" type="pres">
      <dgm:prSet presAssocID="{9475412A-20F4-4826-9823-51F53F1E190A}" presName="sibTrans" presStyleLbl="sibTrans2D1" presStyleIdx="0" presStyleCnt="0"/>
      <dgm:spPr/>
    </dgm:pt>
    <dgm:pt modelId="{58F0F8DE-4EC5-45AC-8736-41F4DD571867}" type="pres">
      <dgm:prSet presAssocID="{99944191-CA4C-4866-921C-7ACB41FA87C9}" presName="compNode" presStyleCnt="0"/>
      <dgm:spPr/>
    </dgm:pt>
    <dgm:pt modelId="{35A146FE-8B3F-4B84-9761-B820B787203A}" type="pres">
      <dgm:prSet presAssocID="{99944191-CA4C-4866-921C-7ACB41FA87C9}" presName="iconBgRect" presStyleLbl="bgShp" presStyleIdx="1" presStyleCnt="4"/>
      <dgm:spPr/>
    </dgm:pt>
    <dgm:pt modelId="{2BA8A475-179D-45BA-B072-B3CFFB0224C9}" type="pres">
      <dgm:prSet presAssocID="{99944191-CA4C-4866-921C-7ACB41FA87C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C108624-B069-469E-B3B5-F3BD49E9F964}" type="pres">
      <dgm:prSet presAssocID="{99944191-CA4C-4866-921C-7ACB41FA87C9}" presName="spaceRect" presStyleCnt="0"/>
      <dgm:spPr/>
    </dgm:pt>
    <dgm:pt modelId="{1DB80F1F-AC47-47A3-821F-600E0DFD7DAF}" type="pres">
      <dgm:prSet presAssocID="{99944191-CA4C-4866-921C-7ACB41FA87C9}" presName="textRect" presStyleLbl="revTx" presStyleIdx="1" presStyleCnt="4">
        <dgm:presLayoutVars>
          <dgm:chMax val="1"/>
          <dgm:chPref val="1"/>
        </dgm:presLayoutVars>
      </dgm:prSet>
      <dgm:spPr/>
    </dgm:pt>
    <dgm:pt modelId="{8FBAB592-91E6-40D2-918E-DDF8FC4E10BC}" type="pres">
      <dgm:prSet presAssocID="{D52429DD-69DE-470D-BE9C-C759467F36C7}" presName="sibTrans" presStyleLbl="sibTrans2D1" presStyleIdx="0" presStyleCnt="0"/>
      <dgm:spPr/>
    </dgm:pt>
    <dgm:pt modelId="{76C8F9F6-F4A4-40A0-83F1-D3962F98FE0D}" type="pres">
      <dgm:prSet presAssocID="{3502F7BE-0962-4B97-BD5E-436A0AA0C6C9}" presName="compNode" presStyleCnt="0"/>
      <dgm:spPr/>
    </dgm:pt>
    <dgm:pt modelId="{89737450-68CE-4729-AF72-8918E72D59D6}" type="pres">
      <dgm:prSet presAssocID="{3502F7BE-0962-4B97-BD5E-436A0AA0C6C9}" presName="iconBgRect" presStyleLbl="bgShp" presStyleIdx="2" presStyleCnt="4"/>
      <dgm:spPr/>
    </dgm:pt>
    <dgm:pt modelId="{35B722CD-79AB-4F24-8642-88DDB053BABB}" type="pres">
      <dgm:prSet presAssocID="{3502F7BE-0962-4B97-BD5E-436A0AA0C6C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DE9AF03F-0B60-4C25-9D54-E206B62A128F}" type="pres">
      <dgm:prSet presAssocID="{3502F7BE-0962-4B97-BD5E-436A0AA0C6C9}" presName="spaceRect" presStyleCnt="0"/>
      <dgm:spPr/>
    </dgm:pt>
    <dgm:pt modelId="{2FC48E14-3050-4E15-8BBD-207CCC3697DD}" type="pres">
      <dgm:prSet presAssocID="{3502F7BE-0962-4B97-BD5E-436A0AA0C6C9}" presName="textRect" presStyleLbl="revTx" presStyleIdx="2" presStyleCnt="4">
        <dgm:presLayoutVars>
          <dgm:chMax val="1"/>
          <dgm:chPref val="1"/>
        </dgm:presLayoutVars>
      </dgm:prSet>
      <dgm:spPr/>
    </dgm:pt>
    <dgm:pt modelId="{AC19A1B8-1401-46D9-9B6C-83E232A808D3}" type="pres">
      <dgm:prSet presAssocID="{F404515A-8F5D-40D5-A6E6-C3BEBAD0AA32}" presName="sibTrans" presStyleLbl="sibTrans2D1" presStyleIdx="0" presStyleCnt="0"/>
      <dgm:spPr/>
    </dgm:pt>
    <dgm:pt modelId="{250B89A3-3739-4EDA-BD57-427D1660646B}" type="pres">
      <dgm:prSet presAssocID="{B7A381F8-5C5D-41BE-AC88-E75C2BAB7659}" presName="compNode" presStyleCnt="0"/>
      <dgm:spPr/>
    </dgm:pt>
    <dgm:pt modelId="{1B02116D-FA09-4E85-BEEF-A9D90C3DB568}" type="pres">
      <dgm:prSet presAssocID="{B7A381F8-5C5D-41BE-AC88-E75C2BAB7659}" presName="iconBgRect" presStyleLbl="bgShp" presStyleIdx="3" presStyleCnt="4"/>
      <dgm:spPr/>
    </dgm:pt>
    <dgm:pt modelId="{BD1BFBCF-D6A1-4C4F-960B-B43BF8F67FC8}" type="pres">
      <dgm:prSet presAssocID="{B7A381F8-5C5D-41BE-AC88-E75C2BAB765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icket bat and ball"/>
        </a:ext>
      </dgm:extLst>
    </dgm:pt>
    <dgm:pt modelId="{C31EA0B2-0B32-4FC2-A807-86E9036C5D3C}" type="pres">
      <dgm:prSet presAssocID="{B7A381F8-5C5D-41BE-AC88-E75C2BAB7659}" presName="spaceRect" presStyleCnt="0"/>
      <dgm:spPr/>
    </dgm:pt>
    <dgm:pt modelId="{F8860A5D-6144-4BE2-9EC0-46BAD13A07BA}" type="pres">
      <dgm:prSet presAssocID="{B7A381F8-5C5D-41BE-AC88-E75C2BAB76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0357F29-F735-4D64-8867-DD05BA0C8194}" srcId="{59F769D5-1769-40EE-B002-62581907DD63}" destId="{12A1CF2D-4D6E-4FCB-8FAD-CA0415B4695A}" srcOrd="0" destOrd="0" parTransId="{121FE740-BEA6-4981-A645-F1BB2D77E46E}" sibTransId="{9475412A-20F4-4826-9823-51F53F1E190A}"/>
    <dgm:cxn modelId="{707BD964-5780-47BA-96D7-5C19F9FA7F7F}" type="presOf" srcId="{9475412A-20F4-4826-9823-51F53F1E190A}" destId="{67031D44-D728-4D01-AD51-EE5DAB3ECF3F}" srcOrd="0" destOrd="0" presId="urn:microsoft.com/office/officeart/2018/2/layout/IconCircleList"/>
    <dgm:cxn modelId="{F4EE8166-45ED-4659-8631-525A657C2A42}" type="presOf" srcId="{3502F7BE-0962-4B97-BD5E-436A0AA0C6C9}" destId="{2FC48E14-3050-4E15-8BBD-207CCC3697DD}" srcOrd="0" destOrd="0" presId="urn:microsoft.com/office/officeart/2018/2/layout/IconCircleList"/>
    <dgm:cxn modelId="{CFDFF68B-9F78-46C0-90DF-492B70E80FE9}" srcId="{59F769D5-1769-40EE-B002-62581907DD63}" destId="{3502F7BE-0962-4B97-BD5E-436A0AA0C6C9}" srcOrd="2" destOrd="0" parTransId="{90C4CE98-5D5C-4179-B09D-759E86EEC119}" sibTransId="{F404515A-8F5D-40D5-A6E6-C3BEBAD0AA32}"/>
    <dgm:cxn modelId="{E212D98E-E46F-4ABC-AEC3-54F4C4E6E261}" type="presOf" srcId="{12A1CF2D-4D6E-4FCB-8FAD-CA0415B4695A}" destId="{E79EF40E-A476-48F2-9E46-4CBA911DB3CC}" srcOrd="0" destOrd="0" presId="urn:microsoft.com/office/officeart/2018/2/layout/IconCircleList"/>
    <dgm:cxn modelId="{A43C69A4-D92D-4846-9B8A-2BCCDDFD3D18}" type="presOf" srcId="{D52429DD-69DE-470D-BE9C-C759467F36C7}" destId="{8FBAB592-91E6-40D2-918E-DDF8FC4E10BC}" srcOrd="0" destOrd="0" presId="urn:microsoft.com/office/officeart/2018/2/layout/IconCircleList"/>
    <dgm:cxn modelId="{74CDFAB8-D4D5-4A93-8E06-021FCDEF06AD}" srcId="{59F769D5-1769-40EE-B002-62581907DD63}" destId="{99944191-CA4C-4866-921C-7ACB41FA87C9}" srcOrd="1" destOrd="0" parTransId="{22FBBDA0-11F3-44FE-B228-F4918E43D682}" sibTransId="{D52429DD-69DE-470D-BE9C-C759467F36C7}"/>
    <dgm:cxn modelId="{94A19DBD-74D2-4B3F-9358-7557344497C7}" type="presOf" srcId="{99944191-CA4C-4866-921C-7ACB41FA87C9}" destId="{1DB80F1F-AC47-47A3-821F-600E0DFD7DAF}" srcOrd="0" destOrd="0" presId="urn:microsoft.com/office/officeart/2018/2/layout/IconCircleList"/>
    <dgm:cxn modelId="{3E192AC1-E924-4FD6-A995-9C2A85BBAA62}" type="presOf" srcId="{F404515A-8F5D-40D5-A6E6-C3BEBAD0AA32}" destId="{AC19A1B8-1401-46D9-9B6C-83E232A808D3}" srcOrd="0" destOrd="0" presId="urn:microsoft.com/office/officeart/2018/2/layout/IconCircleList"/>
    <dgm:cxn modelId="{29A62CC1-EC27-4757-BC23-C29A20FBBF5F}" srcId="{59F769D5-1769-40EE-B002-62581907DD63}" destId="{B7A381F8-5C5D-41BE-AC88-E75C2BAB7659}" srcOrd="3" destOrd="0" parTransId="{7553842E-6C85-44B5-A8DF-9C331BD7588F}" sibTransId="{EAC35F83-62C1-489D-9CA8-8A3BFFAE0AD1}"/>
    <dgm:cxn modelId="{85769DC8-BB3D-427C-B97B-8284F66C40C1}" type="presOf" srcId="{B7A381F8-5C5D-41BE-AC88-E75C2BAB7659}" destId="{F8860A5D-6144-4BE2-9EC0-46BAD13A07BA}" srcOrd="0" destOrd="0" presId="urn:microsoft.com/office/officeart/2018/2/layout/IconCircleList"/>
    <dgm:cxn modelId="{897BA7F9-B92A-4027-9D37-0B852E3A1DA0}" type="presOf" srcId="{59F769D5-1769-40EE-B002-62581907DD63}" destId="{B24AD7E8-B9FA-4EAE-9067-EFC8AC353CCC}" srcOrd="0" destOrd="0" presId="urn:microsoft.com/office/officeart/2018/2/layout/IconCircleList"/>
    <dgm:cxn modelId="{AB7A5B03-97AB-4921-9254-0B0628F9849F}" type="presParOf" srcId="{B24AD7E8-B9FA-4EAE-9067-EFC8AC353CCC}" destId="{0AB52BC7-9615-4DC5-9EDE-32BA62A4EF1B}" srcOrd="0" destOrd="0" presId="urn:microsoft.com/office/officeart/2018/2/layout/IconCircleList"/>
    <dgm:cxn modelId="{AFF556BF-7BF6-40C0-B6EB-9B9D8B47303D}" type="presParOf" srcId="{0AB52BC7-9615-4DC5-9EDE-32BA62A4EF1B}" destId="{3D3588A3-2ECF-4E8B-A3EE-2EC73C245187}" srcOrd="0" destOrd="0" presId="urn:microsoft.com/office/officeart/2018/2/layout/IconCircleList"/>
    <dgm:cxn modelId="{EB646B66-DBDE-4A30-B540-96471D8A7FC9}" type="presParOf" srcId="{3D3588A3-2ECF-4E8B-A3EE-2EC73C245187}" destId="{9ECD04DA-26A7-4D2C-A58A-A6F3CB0E873E}" srcOrd="0" destOrd="0" presId="urn:microsoft.com/office/officeart/2018/2/layout/IconCircleList"/>
    <dgm:cxn modelId="{8DFA00A2-6463-4EED-B3B6-6BC303410030}" type="presParOf" srcId="{3D3588A3-2ECF-4E8B-A3EE-2EC73C245187}" destId="{089152C9-894D-46F1-ABD7-3FA71F7FD60A}" srcOrd="1" destOrd="0" presId="urn:microsoft.com/office/officeart/2018/2/layout/IconCircleList"/>
    <dgm:cxn modelId="{A665D3CF-A646-4006-9B9F-12D6C3F8B451}" type="presParOf" srcId="{3D3588A3-2ECF-4E8B-A3EE-2EC73C245187}" destId="{C4FA2FA2-DDB9-4AA4-B620-5C38540CE26D}" srcOrd="2" destOrd="0" presId="urn:microsoft.com/office/officeart/2018/2/layout/IconCircleList"/>
    <dgm:cxn modelId="{46A3404B-EABB-419F-9061-0D3243AD1CD9}" type="presParOf" srcId="{3D3588A3-2ECF-4E8B-A3EE-2EC73C245187}" destId="{E79EF40E-A476-48F2-9E46-4CBA911DB3CC}" srcOrd="3" destOrd="0" presId="urn:microsoft.com/office/officeart/2018/2/layout/IconCircleList"/>
    <dgm:cxn modelId="{302C2286-E14A-42F8-8883-74D38F9F981B}" type="presParOf" srcId="{0AB52BC7-9615-4DC5-9EDE-32BA62A4EF1B}" destId="{67031D44-D728-4D01-AD51-EE5DAB3ECF3F}" srcOrd="1" destOrd="0" presId="urn:microsoft.com/office/officeart/2018/2/layout/IconCircleList"/>
    <dgm:cxn modelId="{9BA5C80C-4634-4F80-94D7-CD89F849D841}" type="presParOf" srcId="{0AB52BC7-9615-4DC5-9EDE-32BA62A4EF1B}" destId="{58F0F8DE-4EC5-45AC-8736-41F4DD571867}" srcOrd="2" destOrd="0" presId="urn:microsoft.com/office/officeart/2018/2/layout/IconCircleList"/>
    <dgm:cxn modelId="{59BA1C46-0FD7-4BEF-8E80-605401BBC754}" type="presParOf" srcId="{58F0F8DE-4EC5-45AC-8736-41F4DD571867}" destId="{35A146FE-8B3F-4B84-9761-B820B787203A}" srcOrd="0" destOrd="0" presId="urn:microsoft.com/office/officeart/2018/2/layout/IconCircleList"/>
    <dgm:cxn modelId="{10151824-288B-42B7-B544-7CAF4F9E919E}" type="presParOf" srcId="{58F0F8DE-4EC5-45AC-8736-41F4DD571867}" destId="{2BA8A475-179D-45BA-B072-B3CFFB0224C9}" srcOrd="1" destOrd="0" presId="urn:microsoft.com/office/officeart/2018/2/layout/IconCircleList"/>
    <dgm:cxn modelId="{C17FA731-789D-416D-8DAF-3B742E9B2731}" type="presParOf" srcId="{58F0F8DE-4EC5-45AC-8736-41F4DD571867}" destId="{AC108624-B069-469E-B3B5-F3BD49E9F964}" srcOrd="2" destOrd="0" presId="urn:microsoft.com/office/officeart/2018/2/layout/IconCircleList"/>
    <dgm:cxn modelId="{CE916704-FF4D-450F-B46F-5E8B5EC1DA04}" type="presParOf" srcId="{58F0F8DE-4EC5-45AC-8736-41F4DD571867}" destId="{1DB80F1F-AC47-47A3-821F-600E0DFD7DAF}" srcOrd="3" destOrd="0" presId="urn:microsoft.com/office/officeart/2018/2/layout/IconCircleList"/>
    <dgm:cxn modelId="{8BB5B00E-98D2-4ED5-8D28-246AB9526427}" type="presParOf" srcId="{0AB52BC7-9615-4DC5-9EDE-32BA62A4EF1B}" destId="{8FBAB592-91E6-40D2-918E-DDF8FC4E10BC}" srcOrd="3" destOrd="0" presId="urn:microsoft.com/office/officeart/2018/2/layout/IconCircleList"/>
    <dgm:cxn modelId="{A5DA673D-0991-44DC-82C5-D6B43D7D86EB}" type="presParOf" srcId="{0AB52BC7-9615-4DC5-9EDE-32BA62A4EF1B}" destId="{76C8F9F6-F4A4-40A0-83F1-D3962F98FE0D}" srcOrd="4" destOrd="0" presId="urn:microsoft.com/office/officeart/2018/2/layout/IconCircleList"/>
    <dgm:cxn modelId="{469C2CC6-9F79-48A7-A295-4E05FCD43E19}" type="presParOf" srcId="{76C8F9F6-F4A4-40A0-83F1-D3962F98FE0D}" destId="{89737450-68CE-4729-AF72-8918E72D59D6}" srcOrd="0" destOrd="0" presId="urn:microsoft.com/office/officeart/2018/2/layout/IconCircleList"/>
    <dgm:cxn modelId="{7E1465A5-6809-452A-A69D-83BE38985EC6}" type="presParOf" srcId="{76C8F9F6-F4A4-40A0-83F1-D3962F98FE0D}" destId="{35B722CD-79AB-4F24-8642-88DDB053BABB}" srcOrd="1" destOrd="0" presId="urn:microsoft.com/office/officeart/2018/2/layout/IconCircleList"/>
    <dgm:cxn modelId="{12B8E371-0FCC-49ED-87D6-92C3D31274C3}" type="presParOf" srcId="{76C8F9F6-F4A4-40A0-83F1-D3962F98FE0D}" destId="{DE9AF03F-0B60-4C25-9D54-E206B62A128F}" srcOrd="2" destOrd="0" presId="urn:microsoft.com/office/officeart/2018/2/layout/IconCircleList"/>
    <dgm:cxn modelId="{6753E901-29EF-44FF-9C2C-657E3BCCE89B}" type="presParOf" srcId="{76C8F9F6-F4A4-40A0-83F1-D3962F98FE0D}" destId="{2FC48E14-3050-4E15-8BBD-207CCC3697DD}" srcOrd="3" destOrd="0" presId="urn:microsoft.com/office/officeart/2018/2/layout/IconCircleList"/>
    <dgm:cxn modelId="{C7D1D878-BE84-44AB-B345-6B2EA6B02AAA}" type="presParOf" srcId="{0AB52BC7-9615-4DC5-9EDE-32BA62A4EF1B}" destId="{AC19A1B8-1401-46D9-9B6C-83E232A808D3}" srcOrd="5" destOrd="0" presId="urn:microsoft.com/office/officeart/2018/2/layout/IconCircleList"/>
    <dgm:cxn modelId="{C454B78B-C6F3-4DE3-AF7E-983502897814}" type="presParOf" srcId="{0AB52BC7-9615-4DC5-9EDE-32BA62A4EF1B}" destId="{250B89A3-3739-4EDA-BD57-427D1660646B}" srcOrd="6" destOrd="0" presId="urn:microsoft.com/office/officeart/2018/2/layout/IconCircleList"/>
    <dgm:cxn modelId="{B5B0FB2D-6C83-4AE6-B32B-C9136900D41E}" type="presParOf" srcId="{250B89A3-3739-4EDA-BD57-427D1660646B}" destId="{1B02116D-FA09-4E85-BEEF-A9D90C3DB568}" srcOrd="0" destOrd="0" presId="urn:microsoft.com/office/officeart/2018/2/layout/IconCircleList"/>
    <dgm:cxn modelId="{D857DCD7-1925-46F1-A035-64685871F121}" type="presParOf" srcId="{250B89A3-3739-4EDA-BD57-427D1660646B}" destId="{BD1BFBCF-D6A1-4C4F-960B-B43BF8F67FC8}" srcOrd="1" destOrd="0" presId="urn:microsoft.com/office/officeart/2018/2/layout/IconCircleList"/>
    <dgm:cxn modelId="{CD509614-C8A6-4EED-BE03-60CAD6EB59E5}" type="presParOf" srcId="{250B89A3-3739-4EDA-BD57-427D1660646B}" destId="{C31EA0B2-0B32-4FC2-A807-86E9036C5D3C}" srcOrd="2" destOrd="0" presId="urn:microsoft.com/office/officeart/2018/2/layout/IconCircleList"/>
    <dgm:cxn modelId="{B3E805CF-99CC-4DD8-9045-063DA5974426}" type="presParOf" srcId="{250B89A3-3739-4EDA-BD57-427D1660646B}" destId="{F8860A5D-6144-4BE2-9EC0-46BAD13A07B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F939193-3892-4D25-B0EE-1FCF4A0FDC1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613B40-6B8E-4B77-9337-B598BACA15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Milestone 1 Failure Mode Revisit: Macro-weather features cannot capture individual player brilliance (e.g. centuries), capping accuracy near ~72%.</a:t>
          </a:r>
        </a:p>
      </dgm:t>
    </dgm:pt>
    <dgm:pt modelId="{60BDDFC7-0B1A-4324-AFFD-056C29E6DCB6}" type="parTrans" cxnId="{0C112E01-CB53-4184-8EDB-9950425FC06B}">
      <dgm:prSet/>
      <dgm:spPr/>
      <dgm:t>
        <a:bodyPr/>
        <a:lstStyle/>
        <a:p>
          <a:endParaRPr lang="en-US"/>
        </a:p>
      </dgm:t>
    </dgm:pt>
    <dgm:pt modelId="{93CDE8EC-333B-4597-97DE-A5647A62219F}" type="sibTrans" cxnId="{0C112E01-CB53-4184-8EDB-9950425FC06B}">
      <dgm:prSet/>
      <dgm:spPr/>
      <dgm:t>
        <a:bodyPr/>
        <a:lstStyle/>
        <a:p>
          <a:endParaRPr lang="en-US"/>
        </a:p>
      </dgm:t>
    </dgm:pt>
    <dgm:pt modelId="{17AD345E-9F3C-4FB2-A4EC-D0EB2604E4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Failed Feature Experiment: Multiplying humidity and rain into a pitch_moisture_proxy reduced R² to 70.57% due to Feature Redundancy.</a:t>
          </a:r>
        </a:p>
      </dgm:t>
    </dgm:pt>
    <dgm:pt modelId="{D29C345E-74FE-4867-A279-B03F3CA2D7C4}" type="parTrans" cxnId="{99FA85A9-144E-4F6D-AEEB-CC4D7DBECA9B}">
      <dgm:prSet/>
      <dgm:spPr/>
      <dgm:t>
        <a:bodyPr/>
        <a:lstStyle/>
        <a:p>
          <a:endParaRPr lang="en-US"/>
        </a:p>
      </dgm:t>
    </dgm:pt>
    <dgm:pt modelId="{B94CA0FF-89F3-4D5C-9FF3-C74BE1EC0068}" type="sibTrans" cxnId="{99FA85A9-144E-4F6D-AEEB-CC4D7DBECA9B}">
      <dgm:prSet/>
      <dgm:spPr/>
      <dgm:t>
        <a:bodyPr/>
        <a:lstStyle/>
        <a:p>
          <a:endParaRPr lang="en-US"/>
        </a:p>
      </dgm:t>
    </dgm:pt>
    <dgm:pt modelId="{BA33E113-43EE-4A6F-8021-54BCF15D22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With Two More Weeks: We would build ball-by-ball dew tracking and dynamic rolling player form vectors.</a:t>
          </a:r>
        </a:p>
      </dgm:t>
    </dgm:pt>
    <dgm:pt modelId="{AA46B3D0-467A-4C20-A477-D709636CF180}" type="parTrans" cxnId="{38FFDE99-4EB8-46D8-AC15-CA26E3849BA4}">
      <dgm:prSet/>
      <dgm:spPr/>
      <dgm:t>
        <a:bodyPr/>
        <a:lstStyle/>
        <a:p>
          <a:endParaRPr lang="en-US"/>
        </a:p>
      </dgm:t>
    </dgm:pt>
    <dgm:pt modelId="{9D8B8B70-5E42-486E-99F1-C0C3D15138AC}" type="sibTrans" cxnId="{38FFDE99-4EB8-46D8-AC15-CA26E3849BA4}">
      <dgm:prSet/>
      <dgm:spPr/>
      <dgm:t>
        <a:bodyPr/>
        <a:lstStyle/>
        <a:p>
          <a:endParaRPr lang="en-US"/>
        </a:p>
      </dgm:t>
    </dgm:pt>
    <dgm:pt modelId="{CD41FDF4-A2D6-4B34-A7C0-6E89E55551A9}" type="pres">
      <dgm:prSet presAssocID="{AF939193-3892-4D25-B0EE-1FCF4A0FDC1E}" presName="root" presStyleCnt="0">
        <dgm:presLayoutVars>
          <dgm:dir/>
          <dgm:resizeHandles val="exact"/>
        </dgm:presLayoutVars>
      </dgm:prSet>
      <dgm:spPr/>
    </dgm:pt>
    <dgm:pt modelId="{564CF257-8E40-4950-941F-8F362BB54550}" type="pres">
      <dgm:prSet presAssocID="{69613B40-6B8E-4B77-9337-B598BACA15DC}" presName="compNode" presStyleCnt="0"/>
      <dgm:spPr/>
    </dgm:pt>
    <dgm:pt modelId="{E60419C6-4ABE-4AFB-8245-EA861939DAB7}" type="pres">
      <dgm:prSet presAssocID="{69613B40-6B8E-4B77-9337-B598BACA15DC}" presName="bgRect" presStyleLbl="bgShp" presStyleIdx="0" presStyleCnt="3"/>
      <dgm:spPr/>
    </dgm:pt>
    <dgm:pt modelId="{7300D8F9-AB12-4C03-BC1D-E79FB7006AF5}" type="pres">
      <dgm:prSet presAssocID="{69613B40-6B8E-4B77-9337-B598BACA15D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9D2C4DB8-6C5E-4663-B3FF-9BCE42A1F409}" type="pres">
      <dgm:prSet presAssocID="{69613B40-6B8E-4B77-9337-B598BACA15DC}" presName="spaceRect" presStyleCnt="0"/>
      <dgm:spPr/>
    </dgm:pt>
    <dgm:pt modelId="{8C946B9C-D48F-4818-A6A0-F4A320D845ED}" type="pres">
      <dgm:prSet presAssocID="{69613B40-6B8E-4B77-9337-B598BACA15DC}" presName="parTx" presStyleLbl="revTx" presStyleIdx="0" presStyleCnt="3">
        <dgm:presLayoutVars>
          <dgm:chMax val="0"/>
          <dgm:chPref val="0"/>
        </dgm:presLayoutVars>
      </dgm:prSet>
      <dgm:spPr/>
    </dgm:pt>
    <dgm:pt modelId="{71887805-22E5-4BB6-BBC3-350B13781459}" type="pres">
      <dgm:prSet presAssocID="{93CDE8EC-333B-4597-97DE-A5647A62219F}" presName="sibTrans" presStyleCnt="0"/>
      <dgm:spPr/>
    </dgm:pt>
    <dgm:pt modelId="{96AE2DCD-1529-448B-A438-AD11F5C15781}" type="pres">
      <dgm:prSet presAssocID="{17AD345E-9F3C-4FB2-A4EC-D0EB2604E49F}" presName="compNode" presStyleCnt="0"/>
      <dgm:spPr/>
    </dgm:pt>
    <dgm:pt modelId="{CF5B91BB-FF98-49E1-B97E-E5B92A3C2DDC}" type="pres">
      <dgm:prSet presAssocID="{17AD345E-9F3C-4FB2-A4EC-D0EB2604E49F}" presName="bgRect" presStyleLbl="bgShp" presStyleIdx="1" presStyleCnt="3"/>
      <dgm:spPr/>
    </dgm:pt>
    <dgm:pt modelId="{5F39B9E2-4A41-4764-9B7E-029351FA311C}" type="pres">
      <dgm:prSet presAssocID="{17AD345E-9F3C-4FB2-A4EC-D0EB2604E49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C5EF0CE9-5CEA-4D02-B572-E228F76B1686}" type="pres">
      <dgm:prSet presAssocID="{17AD345E-9F3C-4FB2-A4EC-D0EB2604E49F}" presName="spaceRect" presStyleCnt="0"/>
      <dgm:spPr/>
    </dgm:pt>
    <dgm:pt modelId="{CF595BF7-744C-4781-9536-83C1E49B62A2}" type="pres">
      <dgm:prSet presAssocID="{17AD345E-9F3C-4FB2-A4EC-D0EB2604E49F}" presName="parTx" presStyleLbl="revTx" presStyleIdx="1" presStyleCnt="3">
        <dgm:presLayoutVars>
          <dgm:chMax val="0"/>
          <dgm:chPref val="0"/>
        </dgm:presLayoutVars>
      </dgm:prSet>
      <dgm:spPr/>
    </dgm:pt>
    <dgm:pt modelId="{6F83FD93-BE9F-4101-94A8-26E6926B7448}" type="pres">
      <dgm:prSet presAssocID="{B94CA0FF-89F3-4D5C-9FF3-C74BE1EC0068}" presName="sibTrans" presStyleCnt="0"/>
      <dgm:spPr/>
    </dgm:pt>
    <dgm:pt modelId="{7B76CE34-A7D6-4DCF-BD58-E2ED3ABB0F8E}" type="pres">
      <dgm:prSet presAssocID="{BA33E113-43EE-4A6F-8021-54BCF15D2280}" presName="compNode" presStyleCnt="0"/>
      <dgm:spPr/>
    </dgm:pt>
    <dgm:pt modelId="{94CC7947-43F4-4053-9DF5-28156A993741}" type="pres">
      <dgm:prSet presAssocID="{BA33E113-43EE-4A6F-8021-54BCF15D2280}" presName="bgRect" presStyleLbl="bgShp" presStyleIdx="2" presStyleCnt="3"/>
      <dgm:spPr/>
    </dgm:pt>
    <dgm:pt modelId="{D620C9E3-A5A7-451F-AA62-1D0FB1C4E6D5}" type="pres">
      <dgm:prSet presAssocID="{BA33E113-43EE-4A6F-8021-54BCF15D228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 Polo player"/>
        </a:ext>
      </dgm:extLst>
    </dgm:pt>
    <dgm:pt modelId="{38CF45F2-19AB-4A0F-B8A3-00B9C46FC521}" type="pres">
      <dgm:prSet presAssocID="{BA33E113-43EE-4A6F-8021-54BCF15D2280}" presName="spaceRect" presStyleCnt="0"/>
      <dgm:spPr/>
    </dgm:pt>
    <dgm:pt modelId="{AE727620-E1DF-4182-A0B5-965E93143D7D}" type="pres">
      <dgm:prSet presAssocID="{BA33E113-43EE-4A6F-8021-54BCF15D228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C112E01-CB53-4184-8EDB-9950425FC06B}" srcId="{AF939193-3892-4D25-B0EE-1FCF4A0FDC1E}" destId="{69613B40-6B8E-4B77-9337-B598BACA15DC}" srcOrd="0" destOrd="0" parTransId="{60BDDFC7-0B1A-4324-AFFD-056C29E6DCB6}" sibTransId="{93CDE8EC-333B-4597-97DE-A5647A62219F}"/>
    <dgm:cxn modelId="{3AC12061-F35A-40ED-9084-4107116659E4}" type="presOf" srcId="{17AD345E-9F3C-4FB2-A4EC-D0EB2604E49F}" destId="{CF595BF7-744C-4781-9536-83C1E49B62A2}" srcOrd="0" destOrd="0" presId="urn:microsoft.com/office/officeart/2018/2/layout/IconVerticalSolidList"/>
    <dgm:cxn modelId="{14E84753-8803-4B97-89E3-4037848DB4F3}" type="presOf" srcId="{69613B40-6B8E-4B77-9337-B598BACA15DC}" destId="{8C946B9C-D48F-4818-A6A0-F4A320D845ED}" srcOrd="0" destOrd="0" presId="urn:microsoft.com/office/officeart/2018/2/layout/IconVerticalSolidList"/>
    <dgm:cxn modelId="{545AD474-EB38-4EA3-8324-50EB241F8AAF}" type="presOf" srcId="{BA33E113-43EE-4A6F-8021-54BCF15D2280}" destId="{AE727620-E1DF-4182-A0B5-965E93143D7D}" srcOrd="0" destOrd="0" presId="urn:microsoft.com/office/officeart/2018/2/layout/IconVerticalSolidList"/>
    <dgm:cxn modelId="{38FFDE99-4EB8-46D8-AC15-CA26E3849BA4}" srcId="{AF939193-3892-4D25-B0EE-1FCF4A0FDC1E}" destId="{BA33E113-43EE-4A6F-8021-54BCF15D2280}" srcOrd="2" destOrd="0" parTransId="{AA46B3D0-467A-4C20-A477-D709636CF180}" sibTransId="{9D8B8B70-5E42-486E-99F1-C0C3D15138AC}"/>
    <dgm:cxn modelId="{99FA85A9-144E-4F6D-AEEB-CC4D7DBECA9B}" srcId="{AF939193-3892-4D25-B0EE-1FCF4A0FDC1E}" destId="{17AD345E-9F3C-4FB2-A4EC-D0EB2604E49F}" srcOrd="1" destOrd="0" parTransId="{D29C345E-74FE-4867-A279-B03F3CA2D7C4}" sibTransId="{B94CA0FF-89F3-4D5C-9FF3-C74BE1EC0068}"/>
    <dgm:cxn modelId="{F0F95AD1-66D4-449D-A208-03F948FFD151}" type="presOf" srcId="{AF939193-3892-4D25-B0EE-1FCF4A0FDC1E}" destId="{CD41FDF4-A2D6-4B34-A7C0-6E89E55551A9}" srcOrd="0" destOrd="0" presId="urn:microsoft.com/office/officeart/2018/2/layout/IconVerticalSolidList"/>
    <dgm:cxn modelId="{DFFD05C6-E26A-4E24-941F-D0849DA0E73B}" type="presParOf" srcId="{CD41FDF4-A2D6-4B34-A7C0-6E89E55551A9}" destId="{564CF257-8E40-4950-941F-8F362BB54550}" srcOrd="0" destOrd="0" presId="urn:microsoft.com/office/officeart/2018/2/layout/IconVerticalSolidList"/>
    <dgm:cxn modelId="{3D82AF0B-477B-4929-9B39-524B279F4157}" type="presParOf" srcId="{564CF257-8E40-4950-941F-8F362BB54550}" destId="{E60419C6-4ABE-4AFB-8245-EA861939DAB7}" srcOrd="0" destOrd="0" presId="urn:microsoft.com/office/officeart/2018/2/layout/IconVerticalSolidList"/>
    <dgm:cxn modelId="{3F2A1018-673D-4AFD-89B9-33F57A8DCB82}" type="presParOf" srcId="{564CF257-8E40-4950-941F-8F362BB54550}" destId="{7300D8F9-AB12-4C03-BC1D-E79FB7006AF5}" srcOrd="1" destOrd="0" presId="urn:microsoft.com/office/officeart/2018/2/layout/IconVerticalSolidList"/>
    <dgm:cxn modelId="{05D24904-A59F-435F-ABD7-62E508331A06}" type="presParOf" srcId="{564CF257-8E40-4950-941F-8F362BB54550}" destId="{9D2C4DB8-6C5E-4663-B3FF-9BCE42A1F409}" srcOrd="2" destOrd="0" presId="urn:microsoft.com/office/officeart/2018/2/layout/IconVerticalSolidList"/>
    <dgm:cxn modelId="{EC76359E-FF83-4660-8B5F-5198A8D089E5}" type="presParOf" srcId="{564CF257-8E40-4950-941F-8F362BB54550}" destId="{8C946B9C-D48F-4818-A6A0-F4A320D845ED}" srcOrd="3" destOrd="0" presId="urn:microsoft.com/office/officeart/2018/2/layout/IconVerticalSolidList"/>
    <dgm:cxn modelId="{D9944131-63EB-4670-A974-69BC584DE0BD}" type="presParOf" srcId="{CD41FDF4-A2D6-4B34-A7C0-6E89E55551A9}" destId="{71887805-22E5-4BB6-BBC3-350B13781459}" srcOrd="1" destOrd="0" presId="urn:microsoft.com/office/officeart/2018/2/layout/IconVerticalSolidList"/>
    <dgm:cxn modelId="{57D4F606-619E-4B22-9AEB-6D1A9627247B}" type="presParOf" srcId="{CD41FDF4-A2D6-4B34-A7C0-6E89E55551A9}" destId="{96AE2DCD-1529-448B-A438-AD11F5C15781}" srcOrd="2" destOrd="0" presId="urn:microsoft.com/office/officeart/2018/2/layout/IconVerticalSolidList"/>
    <dgm:cxn modelId="{E4998442-7C56-408B-A9A6-27FA43FA9F0B}" type="presParOf" srcId="{96AE2DCD-1529-448B-A438-AD11F5C15781}" destId="{CF5B91BB-FF98-49E1-B97E-E5B92A3C2DDC}" srcOrd="0" destOrd="0" presId="urn:microsoft.com/office/officeart/2018/2/layout/IconVerticalSolidList"/>
    <dgm:cxn modelId="{3F0F02A8-19B8-4C3B-9FA4-98338FA3E68B}" type="presParOf" srcId="{96AE2DCD-1529-448B-A438-AD11F5C15781}" destId="{5F39B9E2-4A41-4764-9B7E-029351FA311C}" srcOrd="1" destOrd="0" presId="urn:microsoft.com/office/officeart/2018/2/layout/IconVerticalSolidList"/>
    <dgm:cxn modelId="{C7D3B0E7-1BD3-4F2A-BC25-B0975990EF9C}" type="presParOf" srcId="{96AE2DCD-1529-448B-A438-AD11F5C15781}" destId="{C5EF0CE9-5CEA-4D02-B572-E228F76B1686}" srcOrd="2" destOrd="0" presId="urn:microsoft.com/office/officeart/2018/2/layout/IconVerticalSolidList"/>
    <dgm:cxn modelId="{0B18C072-17C0-417A-87E0-B29CD76D8E0E}" type="presParOf" srcId="{96AE2DCD-1529-448B-A438-AD11F5C15781}" destId="{CF595BF7-744C-4781-9536-83C1E49B62A2}" srcOrd="3" destOrd="0" presId="urn:microsoft.com/office/officeart/2018/2/layout/IconVerticalSolidList"/>
    <dgm:cxn modelId="{9ED4DE3C-34A4-496B-905D-C91871B9FAE8}" type="presParOf" srcId="{CD41FDF4-A2D6-4B34-A7C0-6E89E55551A9}" destId="{6F83FD93-BE9F-4101-94A8-26E6926B7448}" srcOrd="3" destOrd="0" presId="urn:microsoft.com/office/officeart/2018/2/layout/IconVerticalSolidList"/>
    <dgm:cxn modelId="{F8B0CED4-C143-484F-9E44-6B13F36BD870}" type="presParOf" srcId="{CD41FDF4-A2D6-4B34-A7C0-6E89E55551A9}" destId="{7B76CE34-A7D6-4DCF-BD58-E2ED3ABB0F8E}" srcOrd="4" destOrd="0" presId="urn:microsoft.com/office/officeart/2018/2/layout/IconVerticalSolidList"/>
    <dgm:cxn modelId="{2126E913-FF8A-4645-9EB1-0DC7E81C026F}" type="presParOf" srcId="{7B76CE34-A7D6-4DCF-BD58-E2ED3ABB0F8E}" destId="{94CC7947-43F4-4053-9DF5-28156A993741}" srcOrd="0" destOrd="0" presId="urn:microsoft.com/office/officeart/2018/2/layout/IconVerticalSolidList"/>
    <dgm:cxn modelId="{9CBC354D-C043-4CCA-847D-6DCA5099D51D}" type="presParOf" srcId="{7B76CE34-A7D6-4DCF-BD58-E2ED3ABB0F8E}" destId="{D620C9E3-A5A7-451F-AA62-1D0FB1C4E6D5}" srcOrd="1" destOrd="0" presId="urn:microsoft.com/office/officeart/2018/2/layout/IconVerticalSolidList"/>
    <dgm:cxn modelId="{6DDA9323-A3C6-45CE-957E-265D0FBE4DE6}" type="presParOf" srcId="{7B76CE34-A7D6-4DCF-BD58-E2ED3ABB0F8E}" destId="{38CF45F2-19AB-4A0F-B8A3-00B9C46FC521}" srcOrd="2" destOrd="0" presId="urn:microsoft.com/office/officeart/2018/2/layout/IconVerticalSolidList"/>
    <dgm:cxn modelId="{ACD17F7D-FE73-4822-856C-EFC4E66D3DA7}" type="presParOf" srcId="{7B76CE34-A7D6-4DCF-BD58-E2ED3ABB0F8E}" destId="{AE727620-E1DF-4182-A0B5-965E93143D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A803EF3-1D54-474D-90BA-87A6595D3DA4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6782BA-5FC4-4D8C-84D3-F47C05E83AC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/>
            <a:t>• Clean Workspace Isolation: Fully separated data fetch scripts from modeling pipelines.</a:t>
          </a:r>
          <a:endParaRPr lang="en-US" sz="1600" dirty="0"/>
        </a:p>
      </dgm:t>
    </dgm:pt>
    <dgm:pt modelId="{AA6BB604-63D7-4D50-A28B-44878796DB5A}" type="parTrans" cxnId="{91873DCE-B2A7-4B40-A497-87CC874A0304}">
      <dgm:prSet/>
      <dgm:spPr/>
      <dgm:t>
        <a:bodyPr/>
        <a:lstStyle/>
        <a:p>
          <a:endParaRPr lang="en-US"/>
        </a:p>
      </dgm:t>
    </dgm:pt>
    <dgm:pt modelId="{78E0B8A4-28A8-4F94-933D-D927A295A03A}" type="sibTrans" cxnId="{91873DCE-B2A7-4B40-A497-87CC874A0304}">
      <dgm:prSet/>
      <dgm:spPr/>
      <dgm:t>
        <a:bodyPr/>
        <a:lstStyle/>
        <a:p>
          <a:endParaRPr lang="en-US"/>
        </a:p>
      </dgm:t>
    </dgm:pt>
    <dgm:pt modelId="{26AAE1EE-C2D0-48FE-A23F-2C9AA835AC8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/>
            <a:t>• Deterministic Execution: Controlled global random_state=42 across scaling transformations and data splits.</a:t>
          </a:r>
          <a:endParaRPr lang="en-US" sz="1600" dirty="0"/>
        </a:p>
      </dgm:t>
    </dgm:pt>
    <dgm:pt modelId="{D59D7430-3726-43DD-9E75-F2787AEA1ECF}" type="parTrans" cxnId="{DA2DFFEF-C78D-4E88-8AE9-23F2274BDC5E}">
      <dgm:prSet/>
      <dgm:spPr/>
      <dgm:t>
        <a:bodyPr/>
        <a:lstStyle/>
        <a:p>
          <a:endParaRPr lang="en-US"/>
        </a:p>
      </dgm:t>
    </dgm:pt>
    <dgm:pt modelId="{33796D23-3168-40E8-9908-7C905AB43E95}" type="sibTrans" cxnId="{DA2DFFEF-C78D-4E88-8AE9-23F2274BDC5E}">
      <dgm:prSet/>
      <dgm:spPr/>
      <dgm:t>
        <a:bodyPr/>
        <a:lstStyle/>
        <a:p>
          <a:endParaRPr lang="en-US"/>
        </a:p>
      </dgm:t>
    </dgm:pt>
    <dgm:pt modelId="{C7D769E3-EEA9-434C-AAB2-E59BF3268D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Robust Server Defensive Code: Implemented pacing sleep timers and try-except wrappers around API JSON nodes.</a:t>
          </a:r>
          <a:endParaRPr lang="en-US" dirty="0"/>
        </a:p>
      </dgm:t>
    </dgm:pt>
    <dgm:pt modelId="{66600C90-806F-4E8B-AB12-598167AF4E14}" type="parTrans" cxnId="{541E8256-70F8-4E32-98CB-2A24A464977E}">
      <dgm:prSet/>
      <dgm:spPr/>
      <dgm:t>
        <a:bodyPr/>
        <a:lstStyle/>
        <a:p>
          <a:endParaRPr lang="en-US"/>
        </a:p>
      </dgm:t>
    </dgm:pt>
    <dgm:pt modelId="{D8C7C36A-06D4-47CC-BFDA-BDA833850832}" type="sibTrans" cxnId="{541E8256-70F8-4E32-98CB-2A24A464977E}">
      <dgm:prSet/>
      <dgm:spPr/>
      <dgm:t>
        <a:bodyPr/>
        <a:lstStyle/>
        <a:p>
          <a:endParaRPr lang="en-US"/>
        </a:p>
      </dgm:t>
    </dgm:pt>
    <dgm:pt modelId="{9683625A-EE28-46ED-8D35-EB599E63630C}" type="pres">
      <dgm:prSet presAssocID="{FA803EF3-1D54-474D-90BA-87A6595D3DA4}" presName="root" presStyleCnt="0">
        <dgm:presLayoutVars>
          <dgm:dir/>
          <dgm:resizeHandles val="exact"/>
        </dgm:presLayoutVars>
      </dgm:prSet>
      <dgm:spPr/>
    </dgm:pt>
    <dgm:pt modelId="{20CF934C-2F56-461E-90E7-BE16A51E946F}" type="pres">
      <dgm:prSet presAssocID="{926782BA-5FC4-4D8C-84D3-F47C05E83AC1}" presName="compNode" presStyleCnt="0"/>
      <dgm:spPr/>
    </dgm:pt>
    <dgm:pt modelId="{1B9CC7D0-6722-4504-B4B1-4ED49226A4FE}" type="pres">
      <dgm:prSet presAssocID="{926782BA-5FC4-4D8C-84D3-F47C05E83AC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4CD73E0-8E82-4BDD-8FC7-53E867FD3012}" type="pres">
      <dgm:prSet presAssocID="{926782BA-5FC4-4D8C-84D3-F47C05E83AC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A1AACCC-4E71-49A8-B25D-77B1B1A31F05}" type="pres">
      <dgm:prSet presAssocID="{926782BA-5FC4-4D8C-84D3-F47C05E83AC1}" presName="spaceRect" presStyleCnt="0"/>
      <dgm:spPr/>
    </dgm:pt>
    <dgm:pt modelId="{8E4BCE43-31C7-43F2-BE64-7EA9EEB97FA3}" type="pres">
      <dgm:prSet presAssocID="{926782BA-5FC4-4D8C-84D3-F47C05E83AC1}" presName="textRect" presStyleLbl="revTx" presStyleIdx="0" presStyleCnt="3">
        <dgm:presLayoutVars>
          <dgm:chMax val="1"/>
          <dgm:chPref val="1"/>
        </dgm:presLayoutVars>
      </dgm:prSet>
      <dgm:spPr/>
    </dgm:pt>
    <dgm:pt modelId="{524D3F0C-BCD8-4874-B6E9-367729FA2DF3}" type="pres">
      <dgm:prSet presAssocID="{78E0B8A4-28A8-4F94-933D-D927A295A03A}" presName="sibTrans" presStyleCnt="0"/>
      <dgm:spPr/>
    </dgm:pt>
    <dgm:pt modelId="{99EC03E9-12E9-4499-BF73-EA3231C07445}" type="pres">
      <dgm:prSet presAssocID="{26AAE1EE-C2D0-48FE-A23F-2C9AA835AC89}" presName="compNode" presStyleCnt="0"/>
      <dgm:spPr/>
    </dgm:pt>
    <dgm:pt modelId="{971DA77D-C33F-4F78-A2C8-FCFF794AC453}" type="pres">
      <dgm:prSet presAssocID="{26AAE1EE-C2D0-48FE-A23F-2C9AA835AC8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B056CCB-981A-47DA-9A4C-989A6F18AD96}" type="pres">
      <dgm:prSet presAssocID="{26AAE1EE-C2D0-48FE-A23F-2C9AA835AC8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F30E16E-8E12-43EA-9679-971B52D1B255}" type="pres">
      <dgm:prSet presAssocID="{26AAE1EE-C2D0-48FE-A23F-2C9AA835AC89}" presName="spaceRect" presStyleCnt="0"/>
      <dgm:spPr/>
    </dgm:pt>
    <dgm:pt modelId="{222C89CC-35C6-4221-82A4-D47BBE3B55DF}" type="pres">
      <dgm:prSet presAssocID="{26AAE1EE-C2D0-48FE-A23F-2C9AA835AC89}" presName="textRect" presStyleLbl="revTx" presStyleIdx="1" presStyleCnt="3">
        <dgm:presLayoutVars>
          <dgm:chMax val="1"/>
          <dgm:chPref val="1"/>
        </dgm:presLayoutVars>
      </dgm:prSet>
      <dgm:spPr/>
    </dgm:pt>
    <dgm:pt modelId="{7E396D13-6C88-4F88-AC9D-0C424CE40F84}" type="pres">
      <dgm:prSet presAssocID="{33796D23-3168-40E8-9908-7C905AB43E95}" presName="sibTrans" presStyleCnt="0"/>
      <dgm:spPr/>
    </dgm:pt>
    <dgm:pt modelId="{EEB20157-38CE-4ED2-BAC3-C44807A551A1}" type="pres">
      <dgm:prSet presAssocID="{C7D769E3-EEA9-434C-AAB2-E59BF3268D5A}" presName="compNode" presStyleCnt="0"/>
      <dgm:spPr/>
    </dgm:pt>
    <dgm:pt modelId="{E168E189-10B1-4597-8AE5-0A9956C0A497}" type="pres">
      <dgm:prSet presAssocID="{C7D769E3-EEA9-434C-AAB2-E59BF3268D5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3451A15-D436-41AF-918C-9E8E5696BC99}" type="pres">
      <dgm:prSet presAssocID="{C7D769E3-EEA9-434C-AAB2-E59BF3268D5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DC13A57-B5B6-4585-B159-E44C9829CF81}" type="pres">
      <dgm:prSet presAssocID="{C7D769E3-EEA9-434C-AAB2-E59BF3268D5A}" presName="spaceRect" presStyleCnt="0"/>
      <dgm:spPr/>
    </dgm:pt>
    <dgm:pt modelId="{74ADCC67-02D2-4236-91E3-0BDC7974431F}" type="pres">
      <dgm:prSet presAssocID="{C7D769E3-EEA9-434C-AAB2-E59BF3268D5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D74A29-A264-4CDC-9B05-0FB5FD450CA0}" type="presOf" srcId="{FA803EF3-1D54-474D-90BA-87A6595D3DA4}" destId="{9683625A-EE28-46ED-8D35-EB599E63630C}" srcOrd="0" destOrd="0" presId="urn:microsoft.com/office/officeart/2018/5/layout/IconLeafLabelList"/>
    <dgm:cxn modelId="{393ECE6C-4842-48C6-B698-0B8B8604A341}" type="presOf" srcId="{926782BA-5FC4-4D8C-84D3-F47C05E83AC1}" destId="{8E4BCE43-31C7-43F2-BE64-7EA9EEB97FA3}" srcOrd="0" destOrd="0" presId="urn:microsoft.com/office/officeart/2018/5/layout/IconLeafLabelList"/>
    <dgm:cxn modelId="{541E8256-70F8-4E32-98CB-2A24A464977E}" srcId="{FA803EF3-1D54-474D-90BA-87A6595D3DA4}" destId="{C7D769E3-EEA9-434C-AAB2-E59BF3268D5A}" srcOrd="2" destOrd="0" parTransId="{66600C90-806F-4E8B-AB12-598167AF4E14}" sibTransId="{D8C7C36A-06D4-47CC-BFDA-BDA833850832}"/>
    <dgm:cxn modelId="{91873DCE-B2A7-4B40-A497-87CC874A0304}" srcId="{FA803EF3-1D54-474D-90BA-87A6595D3DA4}" destId="{926782BA-5FC4-4D8C-84D3-F47C05E83AC1}" srcOrd="0" destOrd="0" parTransId="{AA6BB604-63D7-4D50-A28B-44878796DB5A}" sibTransId="{78E0B8A4-28A8-4F94-933D-D927A295A03A}"/>
    <dgm:cxn modelId="{DA2DFFEF-C78D-4E88-8AE9-23F2274BDC5E}" srcId="{FA803EF3-1D54-474D-90BA-87A6595D3DA4}" destId="{26AAE1EE-C2D0-48FE-A23F-2C9AA835AC89}" srcOrd="1" destOrd="0" parTransId="{D59D7430-3726-43DD-9E75-F2787AEA1ECF}" sibTransId="{33796D23-3168-40E8-9908-7C905AB43E95}"/>
    <dgm:cxn modelId="{1F9B77F1-7645-48C5-A980-7F8397D0E928}" type="presOf" srcId="{26AAE1EE-C2D0-48FE-A23F-2C9AA835AC89}" destId="{222C89CC-35C6-4221-82A4-D47BBE3B55DF}" srcOrd="0" destOrd="0" presId="urn:microsoft.com/office/officeart/2018/5/layout/IconLeafLabelList"/>
    <dgm:cxn modelId="{028FCEFC-3AA5-4BA3-B7AD-F5154B727766}" type="presOf" srcId="{C7D769E3-EEA9-434C-AAB2-E59BF3268D5A}" destId="{74ADCC67-02D2-4236-91E3-0BDC7974431F}" srcOrd="0" destOrd="0" presId="urn:microsoft.com/office/officeart/2018/5/layout/IconLeafLabelList"/>
    <dgm:cxn modelId="{99C4D5C0-2671-422F-8155-98377CC54F40}" type="presParOf" srcId="{9683625A-EE28-46ED-8D35-EB599E63630C}" destId="{20CF934C-2F56-461E-90E7-BE16A51E946F}" srcOrd="0" destOrd="0" presId="urn:microsoft.com/office/officeart/2018/5/layout/IconLeafLabelList"/>
    <dgm:cxn modelId="{8543595E-E24C-43CD-95B4-4B6588E2B88C}" type="presParOf" srcId="{20CF934C-2F56-461E-90E7-BE16A51E946F}" destId="{1B9CC7D0-6722-4504-B4B1-4ED49226A4FE}" srcOrd="0" destOrd="0" presId="urn:microsoft.com/office/officeart/2018/5/layout/IconLeafLabelList"/>
    <dgm:cxn modelId="{8EF010D0-9B86-4691-BC2F-178BD0DFDF15}" type="presParOf" srcId="{20CF934C-2F56-461E-90E7-BE16A51E946F}" destId="{24CD73E0-8E82-4BDD-8FC7-53E867FD3012}" srcOrd="1" destOrd="0" presId="urn:microsoft.com/office/officeart/2018/5/layout/IconLeafLabelList"/>
    <dgm:cxn modelId="{F341666E-76F2-40B2-9C1F-6CD129654674}" type="presParOf" srcId="{20CF934C-2F56-461E-90E7-BE16A51E946F}" destId="{2A1AACCC-4E71-49A8-B25D-77B1B1A31F05}" srcOrd="2" destOrd="0" presId="urn:microsoft.com/office/officeart/2018/5/layout/IconLeafLabelList"/>
    <dgm:cxn modelId="{D31DCC12-D2FA-4FC7-8991-D733CBAAF5CB}" type="presParOf" srcId="{20CF934C-2F56-461E-90E7-BE16A51E946F}" destId="{8E4BCE43-31C7-43F2-BE64-7EA9EEB97FA3}" srcOrd="3" destOrd="0" presId="urn:microsoft.com/office/officeart/2018/5/layout/IconLeafLabelList"/>
    <dgm:cxn modelId="{7B6AC1F0-914D-4697-A038-DC3ACC53A01F}" type="presParOf" srcId="{9683625A-EE28-46ED-8D35-EB599E63630C}" destId="{524D3F0C-BCD8-4874-B6E9-367729FA2DF3}" srcOrd="1" destOrd="0" presId="urn:microsoft.com/office/officeart/2018/5/layout/IconLeafLabelList"/>
    <dgm:cxn modelId="{8060D6B3-86F5-49A2-AB2C-9A3AE70DA50D}" type="presParOf" srcId="{9683625A-EE28-46ED-8D35-EB599E63630C}" destId="{99EC03E9-12E9-4499-BF73-EA3231C07445}" srcOrd="2" destOrd="0" presId="urn:microsoft.com/office/officeart/2018/5/layout/IconLeafLabelList"/>
    <dgm:cxn modelId="{15FD41C1-3733-4E1E-88C6-EDCAA21811CC}" type="presParOf" srcId="{99EC03E9-12E9-4499-BF73-EA3231C07445}" destId="{971DA77D-C33F-4F78-A2C8-FCFF794AC453}" srcOrd="0" destOrd="0" presId="urn:microsoft.com/office/officeart/2018/5/layout/IconLeafLabelList"/>
    <dgm:cxn modelId="{7437737F-41CF-4FD9-A5D4-D6E0D6AC9C08}" type="presParOf" srcId="{99EC03E9-12E9-4499-BF73-EA3231C07445}" destId="{9B056CCB-981A-47DA-9A4C-989A6F18AD96}" srcOrd="1" destOrd="0" presId="urn:microsoft.com/office/officeart/2018/5/layout/IconLeafLabelList"/>
    <dgm:cxn modelId="{340CC510-4E46-4691-9D79-F1711345AC51}" type="presParOf" srcId="{99EC03E9-12E9-4499-BF73-EA3231C07445}" destId="{8F30E16E-8E12-43EA-9679-971B52D1B255}" srcOrd="2" destOrd="0" presId="urn:microsoft.com/office/officeart/2018/5/layout/IconLeafLabelList"/>
    <dgm:cxn modelId="{C9FD0497-733B-4AB9-8ADE-EE8A4AA979D5}" type="presParOf" srcId="{99EC03E9-12E9-4499-BF73-EA3231C07445}" destId="{222C89CC-35C6-4221-82A4-D47BBE3B55DF}" srcOrd="3" destOrd="0" presId="urn:microsoft.com/office/officeart/2018/5/layout/IconLeafLabelList"/>
    <dgm:cxn modelId="{5F45C483-6CDF-4778-8BB5-F67759C1BB78}" type="presParOf" srcId="{9683625A-EE28-46ED-8D35-EB599E63630C}" destId="{7E396D13-6C88-4F88-AC9D-0C424CE40F84}" srcOrd="3" destOrd="0" presId="urn:microsoft.com/office/officeart/2018/5/layout/IconLeafLabelList"/>
    <dgm:cxn modelId="{20B94E9D-9968-486A-9EEC-F64D2C8C4B12}" type="presParOf" srcId="{9683625A-EE28-46ED-8D35-EB599E63630C}" destId="{EEB20157-38CE-4ED2-BAC3-C44807A551A1}" srcOrd="4" destOrd="0" presId="urn:microsoft.com/office/officeart/2018/5/layout/IconLeafLabelList"/>
    <dgm:cxn modelId="{DD32A17A-804A-414F-8BF2-816A93A1289A}" type="presParOf" srcId="{EEB20157-38CE-4ED2-BAC3-C44807A551A1}" destId="{E168E189-10B1-4597-8AE5-0A9956C0A497}" srcOrd="0" destOrd="0" presId="urn:microsoft.com/office/officeart/2018/5/layout/IconLeafLabelList"/>
    <dgm:cxn modelId="{A334A7B2-7914-40DC-A4F5-CA14C3310D0F}" type="presParOf" srcId="{EEB20157-38CE-4ED2-BAC3-C44807A551A1}" destId="{C3451A15-D436-41AF-918C-9E8E5696BC99}" srcOrd="1" destOrd="0" presId="urn:microsoft.com/office/officeart/2018/5/layout/IconLeafLabelList"/>
    <dgm:cxn modelId="{6CDC1942-B5CF-4D8D-B740-26ACA009ACA2}" type="presParOf" srcId="{EEB20157-38CE-4ED2-BAC3-C44807A551A1}" destId="{6DC13A57-B5B6-4585-B159-E44C9829CF81}" srcOrd="2" destOrd="0" presId="urn:microsoft.com/office/officeart/2018/5/layout/IconLeafLabelList"/>
    <dgm:cxn modelId="{EB96C175-0232-4E48-8422-76827A3325F4}" type="presParOf" srcId="{EEB20157-38CE-4ED2-BAC3-C44807A551A1}" destId="{74ADCC67-02D2-4236-91E3-0BDC7974431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AC60AAB-7F0D-4B83-99AD-0A87572E8C2D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IN"/>
        </a:p>
      </dgm:t>
    </dgm:pt>
    <dgm:pt modelId="{D431119A-A4C9-4900-9B7F-2B5192CAD028}">
      <dgm:prSet/>
      <dgm:spPr/>
      <dgm:t>
        <a:bodyPr/>
        <a:lstStyle/>
        <a:p>
          <a:r>
            <a:rPr lang="en-IN"/>
            <a:t>Data &amp; Feature Engineering Success: Combining GPS-matched Open-Meteo microclimate logs with venue reputation anchors successfully unlocked the non-linear relationship between atmospheric drag and cricket scoring.</a:t>
          </a:r>
        </a:p>
      </dgm:t>
    </dgm:pt>
    <dgm:pt modelId="{21922F0C-1951-4A03-A64A-38FA2EC8A82A}" type="parTrans" cxnId="{A8F82116-A7DA-49AD-84E3-A89AC3E711F5}">
      <dgm:prSet/>
      <dgm:spPr/>
      <dgm:t>
        <a:bodyPr/>
        <a:lstStyle/>
        <a:p>
          <a:endParaRPr lang="en-IN"/>
        </a:p>
      </dgm:t>
    </dgm:pt>
    <dgm:pt modelId="{1FC2F641-C926-4563-AEA5-477A2099A2DF}" type="sibTrans" cxnId="{A8F82116-A7DA-49AD-84E3-A89AC3E711F5}">
      <dgm:prSet/>
      <dgm:spPr/>
      <dgm:t>
        <a:bodyPr/>
        <a:lstStyle/>
        <a:p>
          <a:endParaRPr lang="en-IN"/>
        </a:p>
      </dgm:t>
    </dgm:pt>
    <dgm:pt modelId="{7457E325-8B07-4BAD-AB6F-1BBC844C805A}">
      <dgm:prSet/>
      <dgm:spPr/>
      <dgm:t>
        <a:bodyPr/>
        <a:lstStyle/>
        <a:p>
          <a:r>
            <a:rPr lang="en-IN"/>
            <a:t>Methodological Rigor: Strict chronological time-splitting ensured zero data leakage from future matches into training matrices, giving us an authentic evaluation.</a:t>
          </a:r>
        </a:p>
      </dgm:t>
    </dgm:pt>
    <dgm:pt modelId="{CB277434-148E-46D0-9930-B9C5C4291E01}" type="parTrans" cxnId="{E378FF08-EEA5-4247-84E7-89181378E94F}">
      <dgm:prSet/>
      <dgm:spPr/>
      <dgm:t>
        <a:bodyPr/>
        <a:lstStyle/>
        <a:p>
          <a:endParaRPr lang="en-IN"/>
        </a:p>
      </dgm:t>
    </dgm:pt>
    <dgm:pt modelId="{44326D97-824D-4607-8699-9328A0DB9073}" type="sibTrans" cxnId="{E378FF08-EEA5-4247-84E7-89181378E94F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31597406-2864-473A-A680-909736EBBBF3}">
          <dgm:prSet/>
          <dgm:spPr/>
          <dgm:t>
            <a:bodyPr/>
            <a:lstStyle/>
            <a:p>
              <a:r>
                <a:rPr lang="en-IN"/>
                <a:t>Final Peak Milestone: The optimized Random Forest achieved a benchmark 71.17% accuracy (</a:t>
              </a:r>
              <a14:m>
                <m:oMath xmlns:m="http://schemas.openxmlformats.org/officeDocument/2006/math">
                  <m:sSup>
                    <m:sSupPr>
                      <m:ctrlPr>
                        <a:rPr lang="en-IN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>
                          <a:latin typeface="Cambria Math" panose="02040503050406030204" pitchFamily="18" charset="0"/>
                        </a:rPr>
                        <m:t>𝑅</m:t>
                      </m:r>
                    </m:e>
                    <m:sup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a14:m>
              <a:r>
                <a:rPr lang="en-IN"/>
                <a:t>), bounding absolute score prediction error to within ±31.7 runs on unseen fixtures.</a:t>
              </a:r>
            </a:p>
          </dgm:t>
        </dgm:pt>
      </mc:Choice>
      <mc:Fallback xmlns="">
        <dgm:pt modelId="{31597406-2864-473A-A680-909736EBBBF3}">
          <dgm:prSet/>
          <dgm:spPr/>
          <dgm:t>
            <a:bodyPr/>
            <a:lstStyle/>
            <a:p>
              <a:r>
                <a:rPr lang="en-IN"/>
                <a:t>Final Peak Milestone: The optimized Random Forest achieved a benchmark 71.17% accuracy (</a:t>
              </a:r>
              <a:r>
                <a:rPr lang="en-IN" i="0">
                  <a:latin typeface="Cambria Math" panose="02040503050406030204" pitchFamily="18" charset="0"/>
                </a:rPr>
                <a:t>𝑅^2</a:t>
              </a:r>
              <a:r>
                <a:rPr lang="en-IN"/>
                <a:t>), bounding absolute score prediction error to within ±31.7 runs on unseen fixtures.</a:t>
              </a:r>
            </a:p>
          </dgm:t>
        </dgm:pt>
      </mc:Fallback>
    </mc:AlternateContent>
    <dgm:pt modelId="{A91ECDCA-47BA-403A-80CF-E976CBEB0534}" type="parTrans" cxnId="{ACE4298C-46E1-4092-948A-0218A00A90B1}">
      <dgm:prSet/>
      <dgm:spPr/>
      <dgm:t>
        <a:bodyPr/>
        <a:lstStyle/>
        <a:p>
          <a:endParaRPr lang="en-IN"/>
        </a:p>
      </dgm:t>
    </dgm:pt>
    <dgm:pt modelId="{AF4F8CE7-BA54-4A0C-95ED-E9DE9F9F2D15}" type="sibTrans" cxnId="{ACE4298C-46E1-4092-948A-0218A00A90B1}">
      <dgm:prSet/>
      <dgm:spPr/>
      <dgm:t>
        <a:bodyPr/>
        <a:lstStyle/>
        <a:p>
          <a:endParaRPr lang="en-IN"/>
        </a:p>
      </dgm:t>
    </dgm:pt>
    <dgm:pt modelId="{9C3ACB94-84FF-45BD-971C-79D6E6AC13C0}">
      <dgm:prSet/>
      <dgm:spPr/>
      <dgm:t>
        <a:bodyPr/>
        <a:lstStyle/>
        <a:p>
          <a:r>
            <a:rPr lang="en-IN"/>
            <a:t>Broader Impact: Proves that real-time planetary parameters can enhance traditional player-centric sports modeling.</a:t>
          </a:r>
        </a:p>
      </dgm:t>
    </dgm:pt>
    <dgm:pt modelId="{49BCA5DE-6DC5-442F-BB7E-76B8BFAF487B}" type="parTrans" cxnId="{AF6D7ED9-81C0-41F0-97BA-FD29107A4C2C}">
      <dgm:prSet/>
      <dgm:spPr/>
      <dgm:t>
        <a:bodyPr/>
        <a:lstStyle/>
        <a:p>
          <a:endParaRPr lang="en-IN"/>
        </a:p>
      </dgm:t>
    </dgm:pt>
    <dgm:pt modelId="{58888A6C-4383-409B-B44C-BD27FA4A85EE}" type="sibTrans" cxnId="{AF6D7ED9-81C0-41F0-97BA-FD29107A4C2C}">
      <dgm:prSet/>
      <dgm:spPr/>
      <dgm:t>
        <a:bodyPr/>
        <a:lstStyle/>
        <a:p>
          <a:endParaRPr lang="en-IN"/>
        </a:p>
      </dgm:t>
    </dgm:pt>
    <dgm:pt modelId="{74243E29-2A17-4A6F-B18D-50CCFEE0599D}" type="pres">
      <dgm:prSet presAssocID="{4AC60AAB-7F0D-4B83-99AD-0A87572E8C2D}" presName="diagram" presStyleCnt="0">
        <dgm:presLayoutVars>
          <dgm:dir/>
          <dgm:resizeHandles val="exact"/>
        </dgm:presLayoutVars>
      </dgm:prSet>
      <dgm:spPr/>
    </dgm:pt>
    <dgm:pt modelId="{3886A1B8-6A37-452D-A611-8529BB531388}" type="pres">
      <dgm:prSet presAssocID="{D431119A-A4C9-4900-9B7F-2B5192CAD028}" presName="node" presStyleLbl="node1" presStyleIdx="0" presStyleCnt="4">
        <dgm:presLayoutVars>
          <dgm:bulletEnabled val="1"/>
        </dgm:presLayoutVars>
      </dgm:prSet>
      <dgm:spPr/>
    </dgm:pt>
    <dgm:pt modelId="{9B201963-738D-480F-A920-79BEFEB848F4}" type="pres">
      <dgm:prSet presAssocID="{1FC2F641-C926-4563-AEA5-477A2099A2DF}" presName="sibTrans" presStyleCnt="0"/>
      <dgm:spPr/>
    </dgm:pt>
    <dgm:pt modelId="{9BF19BE3-FFB5-4992-8AE5-BC0F409B35AC}" type="pres">
      <dgm:prSet presAssocID="{7457E325-8B07-4BAD-AB6F-1BBC844C805A}" presName="node" presStyleLbl="node1" presStyleIdx="1" presStyleCnt="4">
        <dgm:presLayoutVars>
          <dgm:bulletEnabled val="1"/>
        </dgm:presLayoutVars>
      </dgm:prSet>
      <dgm:spPr/>
    </dgm:pt>
    <dgm:pt modelId="{F0A42FCB-0247-43B4-AFA3-3CAD8CF0A558}" type="pres">
      <dgm:prSet presAssocID="{44326D97-824D-4607-8699-9328A0DB9073}" presName="sibTrans" presStyleCnt="0"/>
      <dgm:spPr/>
    </dgm:pt>
    <dgm:pt modelId="{8235073C-513F-4888-BB36-2C7C3B66E8EA}" type="pres">
      <dgm:prSet presAssocID="{31597406-2864-473A-A680-909736EBBBF3}" presName="node" presStyleLbl="node1" presStyleIdx="2" presStyleCnt="4">
        <dgm:presLayoutVars>
          <dgm:bulletEnabled val="1"/>
        </dgm:presLayoutVars>
      </dgm:prSet>
      <dgm:spPr/>
    </dgm:pt>
    <dgm:pt modelId="{0490D455-6D6F-4241-A81E-8766463A4231}" type="pres">
      <dgm:prSet presAssocID="{AF4F8CE7-BA54-4A0C-95ED-E9DE9F9F2D15}" presName="sibTrans" presStyleCnt="0"/>
      <dgm:spPr/>
    </dgm:pt>
    <dgm:pt modelId="{7DD5B47A-E5CF-40FB-8580-4DBF88EBB18B}" type="pres">
      <dgm:prSet presAssocID="{9C3ACB94-84FF-45BD-971C-79D6E6AC13C0}" presName="node" presStyleLbl="node1" presStyleIdx="3" presStyleCnt="4">
        <dgm:presLayoutVars>
          <dgm:bulletEnabled val="1"/>
        </dgm:presLayoutVars>
      </dgm:prSet>
      <dgm:spPr/>
    </dgm:pt>
  </dgm:ptLst>
  <dgm:cxnLst>
    <dgm:cxn modelId="{E378FF08-EEA5-4247-84E7-89181378E94F}" srcId="{4AC60AAB-7F0D-4B83-99AD-0A87572E8C2D}" destId="{7457E325-8B07-4BAD-AB6F-1BBC844C805A}" srcOrd="1" destOrd="0" parTransId="{CB277434-148E-46D0-9930-B9C5C4291E01}" sibTransId="{44326D97-824D-4607-8699-9328A0DB9073}"/>
    <dgm:cxn modelId="{A8F82116-A7DA-49AD-84E3-A89AC3E711F5}" srcId="{4AC60AAB-7F0D-4B83-99AD-0A87572E8C2D}" destId="{D431119A-A4C9-4900-9B7F-2B5192CAD028}" srcOrd="0" destOrd="0" parTransId="{21922F0C-1951-4A03-A64A-38FA2EC8A82A}" sibTransId="{1FC2F641-C926-4563-AEA5-477A2099A2DF}"/>
    <dgm:cxn modelId="{2C4F2F1A-ABF6-4CC5-8EAD-26F80F925933}" type="presOf" srcId="{9C3ACB94-84FF-45BD-971C-79D6E6AC13C0}" destId="{7DD5B47A-E5CF-40FB-8580-4DBF88EBB18B}" srcOrd="0" destOrd="0" presId="urn:microsoft.com/office/officeart/2005/8/layout/default"/>
    <dgm:cxn modelId="{ACE4298C-46E1-4092-948A-0218A00A90B1}" srcId="{4AC60AAB-7F0D-4B83-99AD-0A87572E8C2D}" destId="{31597406-2864-473A-A680-909736EBBBF3}" srcOrd="2" destOrd="0" parTransId="{A91ECDCA-47BA-403A-80CF-E976CBEB0534}" sibTransId="{AF4F8CE7-BA54-4A0C-95ED-E9DE9F9F2D15}"/>
    <dgm:cxn modelId="{8FD428AA-DC52-4554-ACF2-ACE3EB7053AE}" type="presOf" srcId="{31597406-2864-473A-A680-909736EBBBF3}" destId="{8235073C-513F-4888-BB36-2C7C3B66E8EA}" srcOrd="0" destOrd="0" presId="urn:microsoft.com/office/officeart/2005/8/layout/default"/>
    <dgm:cxn modelId="{B0C7FCB2-AA44-4BCB-8AF5-D1E1983B8049}" type="presOf" srcId="{4AC60AAB-7F0D-4B83-99AD-0A87572E8C2D}" destId="{74243E29-2A17-4A6F-B18D-50CCFEE0599D}" srcOrd="0" destOrd="0" presId="urn:microsoft.com/office/officeart/2005/8/layout/default"/>
    <dgm:cxn modelId="{DB45FFD0-595C-4E09-8D95-591CF6FE401F}" type="presOf" srcId="{D431119A-A4C9-4900-9B7F-2B5192CAD028}" destId="{3886A1B8-6A37-452D-A611-8529BB531388}" srcOrd="0" destOrd="0" presId="urn:microsoft.com/office/officeart/2005/8/layout/default"/>
    <dgm:cxn modelId="{AF6D7ED9-81C0-41F0-97BA-FD29107A4C2C}" srcId="{4AC60AAB-7F0D-4B83-99AD-0A87572E8C2D}" destId="{9C3ACB94-84FF-45BD-971C-79D6E6AC13C0}" srcOrd="3" destOrd="0" parTransId="{49BCA5DE-6DC5-442F-BB7E-76B8BFAF487B}" sibTransId="{58888A6C-4383-409B-B44C-BD27FA4A85EE}"/>
    <dgm:cxn modelId="{C5B400ED-61F8-41A7-B9A9-06FF9011E7B2}" type="presOf" srcId="{7457E325-8B07-4BAD-AB6F-1BBC844C805A}" destId="{9BF19BE3-FFB5-4992-8AE5-BC0F409B35AC}" srcOrd="0" destOrd="0" presId="urn:microsoft.com/office/officeart/2005/8/layout/default"/>
    <dgm:cxn modelId="{6C530194-10AC-48FF-84D1-99B62A9C0E0C}" type="presParOf" srcId="{74243E29-2A17-4A6F-B18D-50CCFEE0599D}" destId="{3886A1B8-6A37-452D-A611-8529BB531388}" srcOrd="0" destOrd="0" presId="urn:microsoft.com/office/officeart/2005/8/layout/default"/>
    <dgm:cxn modelId="{6D571C44-8FEC-4503-B4A1-71FB51F2F8F1}" type="presParOf" srcId="{74243E29-2A17-4A6F-B18D-50CCFEE0599D}" destId="{9B201963-738D-480F-A920-79BEFEB848F4}" srcOrd="1" destOrd="0" presId="urn:microsoft.com/office/officeart/2005/8/layout/default"/>
    <dgm:cxn modelId="{3F711051-31C6-4A92-A1E1-26A4B7F1FB73}" type="presParOf" srcId="{74243E29-2A17-4A6F-B18D-50CCFEE0599D}" destId="{9BF19BE3-FFB5-4992-8AE5-BC0F409B35AC}" srcOrd="2" destOrd="0" presId="urn:microsoft.com/office/officeart/2005/8/layout/default"/>
    <dgm:cxn modelId="{4F7D3002-567C-4D7C-AE2F-E68DBE0E963F}" type="presParOf" srcId="{74243E29-2A17-4A6F-B18D-50CCFEE0599D}" destId="{F0A42FCB-0247-43B4-AFA3-3CAD8CF0A558}" srcOrd="3" destOrd="0" presId="urn:microsoft.com/office/officeart/2005/8/layout/default"/>
    <dgm:cxn modelId="{9219F081-43CD-4E92-BC31-ACFA4B1575C0}" type="presParOf" srcId="{74243E29-2A17-4A6F-B18D-50CCFEE0599D}" destId="{8235073C-513F-4888-BB36-2C7C3B66E8EA}" srcOrd="4" destOrd="0" presId="urn:microsoft.com/office/officeart/2005/8/layout/default"/>
    <dgm:cxn modelId="{E7A1CF33-5C34-45BF-8B91-45028735D404}" type="presParOf" srcId="{74243E29-2A17-4A6F-B18D-50CCFEE0599D}" destId="{0490D455-6D6F-4241-A81E-8766463A4231}" srcOrd="5" destOrd="0" presId="urn:microsoft.com/office/officeart/2005/8/layout/default"/>
    <dgm:cxn modelId="{1121A9FE-BAAD-40CA-B82D-3EB568A913B1}" type="presParOf" srcId="{74243E29-2A17-4A6F-B18D-50CCFEE0599D}" destId="{7DD5B47A-E5CF-40FB-8580-4DBF88EBB18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AC60AAB-7F0D-4B83-99AD-0A87572E8C2D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IN"/>
        </a:p>
      </dgm:t>
    </dgm:pt>
    <dgm:pt modelId="{D431119A-A4C9-4900-9B7F-2B5192CAD028}">
      <dgm:prSet/>
      <dgm:spPr/>
      <dgm:t>
        <a:bodyPr/>
        <a:lstStyle/>
        <a:p>
          <a:r>
            <a:rPr lang="en-IN"/>
            <a:t>Data &amp; Feature Engineering Success: Combining GPS-matched Open-Meteo microclimate logs with venue reputation anchors successfully unlocked the non-linear relationship between atmospheric drag and cricket scoring.</a:t>
          </a:r>
        </a:p>
      </dgm:t>
    </dgm:pt>
    <dgm:pt modelId="{21922F0C-1951-4A03-A64A-38FA2EC8A82A}" type="parTrans" cxnId="{A8F82116-A7DA-49AD-84E3-A89AC3E711F5}">
      <dgm:prSet/>
      <dgm:spPr/>
      <dgm:t>
        <a:bodyPr/>
        <a:lstStyle/>
        <a:p>
          <a:endParaRPr lang="en-IN"/>
        </a:p>
      </dgm:t>
    </dgm:pt>
    <dgm:pt modelId="{1FC2F641-C926-4563-AEA5-477A2099A2DF}" type="sibTrans" cxnId="{A8F82116-A7DA-49AD-84E3-A89AC3E711F5}">
      <dgm:prSet/>
      <dgm:spPr/>
      <dgm:t>
        <a:bodyPr/>
        <a:lstStyle/>
        <a:p>
          <a:endParaRPr lang="en-IN"/>
        </a:p>
      </dgm:t>
    </dgm:pt>
    <dgm:pt modelId="{7457E325-8B07-4BAD-AB6F-1BBC844C805A}">
      <dgm:prSet/>
      <dgm:spPr/>
      <dgm:t>
        <a:bodyPr/>
        <a:lstStyle/>
        <a:p>
          <a:r>
            <a:rPr lang="en-IN"/>
            <a:t>Methodological Rigor: Strict chronological time-splitting ensured zero data leakage from future matches into training matrices, giving us an authentic evaluation.</a:t>
          </a:r>
        </a:p>
      </dgm:t>
    </dgm:pt>
    <dgm:pt modelId="{CB277434-148E-46D0-9930-B9C5C4291E01}" type="parTrans" cxnId="{E378FF08-EEA5-4247-84E7-89181378E94F}">
      <dgm:prSet/>
      <dgm:spPr/>
      <dgm:t>
        <a:bodyPr/>
        <a:lstStyle/>
        <a:p>
          <a:endParaRPr lang="en-IN"/>
        </a:p>
      </dgm:t>
    </dgm:pt>
    <dgm:pt modelId="{44326D97-824D-4607-8699-9328A0DB9073}" type="sibTrans" cxnId="{E378FF08-EEA5-4247-84E7-89181378E94F}">
      <dgm:prSet/>
      <dgm:spPr/>
      <dgm:t>
        <a:bodyPr/>
        <a:lstStyle/>
        <a:p>
          <a:endParaRPr lang="en-IN"/>
        </a:p>
      </dgm:t>
    </dgm:pt>
    <dgm:pt modelId="{31597406-2864-473A-A680-909736EBBBF3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A91ECDCA-47BA-403A-80CF-E976CBEB0534}" type="parTrans" cxnId="{ACE4298C-46E1-4092-948A-0218A00A90B1}">
      <dgm:prSet/>
      <dgm:spPr/>
      <dgm:t>
        <a:bodyPr/>
        <a:lstStyle/>
        <a:p>
          <a:endParaRPr lang="en-IN"/>
        </a:p>
      </dgm:t>
    </dgm:pt>
    <dgm:pt modelId="{AF4F8CE7-BA54-4A0C-95ED-E9DE9F9F2D15}" type="sibTrans" cxnId="{ACE4298C-46E1-4092-948A-0218A00A90B1}">
      <dgm:prSet/>
      <dgm:spPr/>
      <dgm:t>
        <a:bodyPr/>
        <a:lstStyle/>
        <a:p>
          <a:endParaRPr lang="en-IN"/>
        </a:p>
      </dgm:t>
    </dgm:pt>
    <dgm:pt modelId="{9C3ACB94-84FF-45BD-971C-79D6E6AC13C0}">
      <dgm:prSet/>
      <dgm:spPr/>
      <dgm:t>
        <a:bodyPr/>
        <a:lstStyle/>
        <a:p>
          <a:r>
            <a:rPr lang="en-IN"/>
            <a:t>Broader Impact: Proves that real-time planetary parameters can enhance traditional player-centric sports modeling.</a:t>
          </a:r>
        </a:p>
      </dgm:t>
    </dgm:pt>
    <dgm:pt modelId="{49BCA5DE-6DC5-442F-BB7E-76B8BFAF487B}" type="parTrans" cxnId="{AF6D7ED9-81C0-41F0-97BA-FD29107A4C2C}">
      <dgm:prSet/>
      <dgm:spPr/>
      <dgm:t>
        <a:bodyPr/>
        <a:lstStyle/>
        <a:p>
          <a:endParaRPr lang="en-IN"/>
        </a:p>
      </dgm:t>
    </dgm:pt>
    <dgm:pt modelId="{58888A6C-4383-409B-B44C-BD27FA4A85EE}" type="sibTrans" cxnId="{AF6D7ED9-81C0-41F0-97BA-FD29107A4C2C}">
      <dgm:prSet/>
      <dgm:spPr/>
      <dgm:t>
        <a:bodyPr/>
        <a:lstStyle/>
        <a:p>
          <a:endParaRPr lang="en-IN"/>
        </a:p>
      </dgm:t>
    </dgm:pt>
    <dgm:pt modelId="{74243E29-2A17-4A6F-B18D-50CCFEE0599D}" type="pres">
      <dgm:prSet presAssocID="{4AC60AAB-7F0D-4B83-99AD-0A87572E8C2D}" presName="diagram" presStyleCnt="0">
        <dgm:presLayoutVars>
          <dgm:dir/>
          <dgm:resizeHandles val="exact"/>
        </dgm:presLayoutVars>
      </dgm:prSet>
      <dgm:spPr/>
    </dgm:pt>
    <dgm:pt modelId="{3886A1B8-6A37-452D-A611-8529BB531388}" type="pres">
      <dgm:prSet presAssocID="{D431119A-A4C9-4900-9B7F-2B5192CAD028}" presName="node" presStyleLbl="node1" presStyleIdx="0" presStyleCnt="4">
        <dgm:presLayoutVars>
          <dgm:bulletEnabled val="1"/>
        </dgm:presLayoutVars>
      </dgm:prSet>
      <dgm:spPr/>
    </dgm:pt>
    <dgm:pt modelId="{9B201963-738D-480F-A920-79BEFEB848F4}" type="pres">
      <dgm:prSet presAssocID="{1FC2F641-C926-4563-AEA5-477A2099A2DF}" presName="sibTrans" presStyleCnt="0"/>
      <dgm:spPr/>
    </dgm:pt>
    <dgm:pt modelId="{9BF19BE3-FFB5-4992-8AE5-BC0F409B35AC}" type="pres">
      <dgm:prSet presAssocID="{7457E325-8B07-4BAD-AB6F-1BBC844C805A}" presName="node" presStyleLbl="node1" presStyleIdx="1" presStyleCnt="4">
        <dgm:presLayoutVars>
          <dgm:bulletEnabled val="1"/>
        </dgm:presLayoutVars>
      </dgm:prSet>
      <dgm:spPr/>
    </dgm:pt>
    <dgm:pt modelId="{F0A42FCB-0247-43B4-AFA3-3CAD8CF0A558}" type="pres">
      <dgm:prSet presAssocID="{44326D97-824D-4607-8699-9328A0DB9073}" presName="sibTrans" presStyleCnt="0"/>
      <dgm:spPr/>
    </dgm:pt>
    <dgm:pt modelId="{8235073C-513F-4888-BB36-2C7C3B66E8EA}" type="pres">
      <dgm:prSet presAssocID="{31597406-2864-473A-A680-909736EBBBF3}" presName="node" presStyleLbl="node1" presStyleIdx="2" presStyleCnt="4">
        <dgm:presLayoutVars>
          <dgm:bulletEnabled val="1"/>
        </dgm:presLayoutVars>
      </dgm:prSet>
      <dgm:spPr/>
    </dgm:pt>
    <dgm:pt modelId="{0490D455-6D6F-4241-A81E-8766463A4231}" type="pres">
      <dgm:prSet presAssocID="{AF4F8CE7-BA54-4A0C-95ED-E9DE9F9F2D15}" presName="sibTrans" presStyleCnt="0"/>
      <dgm:spPr/>
    </dgm:pt>
    <dgm:pt modelId="{7DD5B47A-E5CF-40FB-8580-4DBF88EBB18B}" type="pres">
      <dgm:prSet presAssocID="{9C3ACB94-84FF-45BD-971C-79D6E6AC13C0}" presName="node" presStyleLbl="node1" presStyleIdx="3" presStyleCnt="4">
        <dgm:presLayoutVars>
          <dgm:bulletEnabled val="1"/>
        </dgm:presLayoutVars>
      </dgm:prSet>
      <dgm:spPr/>
    </dgm:pt>
  </dgm:ptLst>
  <dgm:cxnLst>
    <dgm:cxn modelId="{E378FF08-EEA5-4247-84E7-89181378E94F}" srcId="{4AC60AAB-7F0D-4B83-99AD-0A87572E8C2D}" destId="{7457E325-8B07-4BAD-AB6F-1BBC844C805A}" srcOrd="1" destOrd="0" parTransId="{CB277434-148E-46D0-9930-B9C5C4291E01}" sibTransId="{44326D97-824D-4607-8699-9328A0DB9073}"/>
    <dgm:cxn modelId="{A8F82116-A7DA-49AD-84E3-A89AC3E711F5}" srcId="{4AC60AAB-7F0D-4B83-99AD-0A87572E8C2D}" destId="{D431119A-A4C9-4900-9B7F-2B5192CAD028}" srcOrd="0" destOrd="0" parTransId="{21922F0C-1951-4A03-A64A-38FA2EC8A82A}" sibTransId="{1FC2F641-C926-4563-AEA5-477A2099A2DF}"/>
    <dgm:cxn modelId="{2C4F2F1A-ABF6-4CC5-8EAD-26F80F925933}" type="presOf" srcId="{9C3ACB94-84FF-45BD-971C-79D6E6AC13C0}" destId="{7DD5B47A-E5CF-40FB-8580-4DBF88EBB18B}" srcOrd="0" destOrd="0" presId="urn:microsoft.com/office/officeart/2005/8/layout/default"/>
    <dgm:cxn modelId="{ACE4298C-46E1-4092-948A-0218A00A90B1}" srcId="{4AC60AAB-7F0D-4B83-99AD-0A87572E8C2D}" destId="{31597406-2864-473A-A680-909736EBBBF3}" srcOrd="2" destOrd="0" parTransId="{A91ECDCA-47BA-403A-80CF-E976CBEB0534}" sibTransId="{AF4F8CE7-BA54-4A0C-95ED-E9DE9F9F2D15}"/>
    <dgm:cxn modelId="{8FD428AA-DC52-4554-ACF2-ACE3EB7053AE}" type="presOf" srcId="{31597406-2864-473A-A680-909736EBBBF3}" destId="{8235073C-513F-4888-BB36-2C7C3B66E8EA}" srcOrd="0" destOrd="0" presId="urn:microsoft.com/office/officeart/2005/8/layout/default"/>
    <dgm:cxn modelId="{B0C7FCB2-AA44-4BCB-8AF5-D1E1983B8049}" type="presOf" srcId="{4AC60AAB-7F0D-4B83-99AD-0A87572E8C2D}" destId="{74243E29-2A17-4A6F-B18D-50CCFEE0599D}" srcOrd="0" destOrd="0" presId="urn:microsoft.com/office/officeart/2005/8/layout/default"/>
    <dgm:cxn modelId="{DB45FFD0-595C-4E09-8D95-591CF6FE401F}" type="presOf" srcId="{D431119A-A4C9-4900-9B7F-2B5192CAD028}" destId="{3886A1B8-6A37-452D-A611-8529BB531388}" srcOrd="0" destOrd="0" presId="urn:microsoft.com/office/officeart/2005/8/layout/default"/>
    <dgm:cxn modelId="{AF6D7ED9-81C0-41F0-97BA-FD29107A4C2C}" srcId="{4AC60AAB-7F0D-4B83-99AD-0A87572E8C2D}" destId="{9C3ACB94-84FF-45BD-971C-79D6E6AC13C0}" srcOrd="3" destOrd="0" parTransId="{49BCA5DE-6DC5-442F-BB7E-76B8BFAF487B}" sibTransId="{58888A6C-4383-409B-B44C-BD27FA4A85EE}"/>
    <dgm:cxn modelId="{C5B400ED-61F8-41A7-B9A9-06FF9011E7B2}" type="presOf" srcId="{7457E325-8B07-4BAD-AB6F-1BBC844C805A}" destId="{9BF19BE3-FFB5-4992-8AE5-BC0F409B35AC}" srcOrd="0" destOrd="0" presId="urn:microsoft.com/office/officeart/2005/8/layout/default"/>
    <dgm:cxn modelId="{6C530194-10AC-48FF-84D1-99B62A9C0E0C}" type="presParOf" srcId="{74243E29-2A17-4A6F-B18D-50CCFEE0599D}" destId="{3886A1B8-6A37-452D-A611-8529BB531388}" srcOrd="0" destOrd="0" presId="urn:microsoft.com/office/officeart/2005/8/layout/default"/>
    <dgm:cxn modelId="{6D571C44-8FEC-4503-B4A1-71FB51F2F8F1}" type="presParOf" srcId="{74243E29-2A17-4A6F-B18D-50CCFEE0599D}" destId="{9B201963-738D-480F-A920-79BEFEB848F4}" srcOrd="1" destOrd="0" presId="urn:microsoft.com/office/officeart/2005/8/layout/default"/>
    <dgm:cxn modelId="{3F711051-31C6-4A92-A1E1-26A4B7F1FB73}" type="presParOf" srcId="{74243E29-2A17-4A6F-B18D-50CCFEE0599D}" destId="{9BF19BE3-FFB5-4992-8AE5-BC0F409B35AC}" srcOrd="2" destOrd="0" presId="urn:microsoft.com/office/officeart/2005/8/layout/default"/>
    <dgm:cxn modelId="{4F7D3002-567C-4D7C-AE2F-E68DBE0E963F}" type="presParOf" srcId="{74243E29-2A17-4A6F-B18D-50CCFEE0599D}" destId="{F0A42FCB-0247-43B4-AFA3-3CAD8CF0A558}" srcOrd="3" destOrd="0" presId="urn:microsoft.com/office/officeart/2005/8/layout/default"/>
    <dgm:cxn modelId="{9219F081-43CD-4E92-BC31-ACFA4B1575C0}" type="presParOf" srcId="{74243E29-2A17-4A6F-B18D-50CCFEE0599D}" destId="{8235073C-513F-4888-BB36-2C7C3B66E8EA}" srcOrd="4" destOrd="0" presId="urn:microsoft.com/office/officeart/2005/8/layout/default"/>
    <dgm:cxn modelId="{E7A1CF33-5C34-45BF-8B91-45028735D404}" type="presParOf" srcId="{74243E29-2A17-4A6F-B18D-50CCFEE0599D}" destId="{0490D455-6D6F-4241-A81E-8766463A4231}" srcOrd="5" destOrd="0" presId="urn:microsoft.com/office/officeart/2005/8/layout/default"/>
    <dgm:cxn modelId="{1121A9FE-BAAD-40CA-B82D-3EB568A913B1}" type="presParOf" srcId="{74243E29-2A17-4A6F-B18D-50CCFEE0599D}" destId="{7DD5B47A-E5CF-40FB-8580-4DBF88EBB18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21890D-A13E-4FF6-BB79-188468BE8DEE}">
      <dsp:nvSpPr>
        <dsp:cNvPr id="0" name=""/>
        <dsp:cNvSpPr/>
      </dsp:nvSpPr>
      <dsp:spPr>
        <a:xfrm>
          <a:off x="258841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3B31BB2-B2E6-4161-85F2-12341DE432A2}">
      <dsp:nvSpPr>
        <dsp:cNvPr id="0" name=""/>
        <dsp:cNvSpPr/>
      </dsp:nvSpPr>
      <dsp:spPr>
        <a:xfrm>
          <a:off x="544423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3A569D-E2A0-486F-9D70-1810B2161E6C}">
      <dsp:nvSpPr>
        <dsp:cNvPr id="0" name=""/>
        <dsp:cNvSpPr/>
      </dsp:nvSpPr>
      <dsp:spPr>
        <a:xfrm>
          <a:off x="1910170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The Prediction Target: </a:t>
          </a:r>
          <a:r>
            <a:rPr lang="en-IN" sz="1400" kern="1200" dirty="0" err="1"/>
            <a:t>team_total_score</a:t>
          </a:r>
          <a:r>
            <a:rPr lang="en-IN" sz="1400" kern="1200" dirty="0"/>
            <a:t> (Continuous target regression variable tracking absolute runs scored in an individual innings).</a:t>
          </a:r>
        </a:p>
      </dsp:txBody>
      <dsp:txXfrm>
        <a:off x="1910170" y="461566"/>
        <a:ext cx="3205521" cy="1359918"/>
      </dsp:txXfrm>
    </dsp:sp>
    <dsp:sp modelId="{E149993C-BDC5-436D-9E23-CD3AC345860C}">
      <dsp:nvSpPr>
        <dsp:cNvPr id="0" name=""/>
        <dsp:cNvSpPr/>
      </dsp:nvSpPr>
      <dsp:spPr>
        <a:xfrm>
          <a:off x="5674228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C063CC-D25E-455B-97A6-CCD1B4DC5D1B}">
      <dsp:nvSpPr>
        <dsp:cNvPr id="0" name=""/>
        <dsp:cNvSpPr/>
      </dsp:nvSpPr>
      <dsp:spPr>
        <a:xfrm>
          <a:off x="5959811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61F753E-7BEF-47F7-BB73-F163895D594E}">
      <dsp:nvSpPr>
        <dsp:cNvPr id="0" name=""/>
        <dsp:cNvSpPr/>
      </dsp:nvSpPr>
      <dsp:spPr>
        <a:xfrm>
          <a:off x="7325557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Machine Learning Paradigm: </a:t>
          </a:r>
          <a:r>
            <a:rPr lang="en-IN" sz="1400" kern="1200"/>
            <a:t>Supervised Numerical Regression.</a:t>
          </a:r>
        </a:p>
      </dsp:txBody>
      <dsp:txXfrm>
        <a:off x="7325557" y="461566"/>
        <a:ext cx="3205521" cy="1359918"/>
      </dsp:txXfrm>
    </dsp:sp>
    <dsp:sp modelId="{037D63A0-5819-4D7E-9142-3DE335DE2A5D}">
      <dsp:nvSpPr>
        <dsp:cNvPr id="0" name=""/>
        <dsp:cNvSpPr/>
      </dsp:nvSpPr>
      <dsp:spPr>
        <a:xfrm>
          <a:off x="258841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3483CD-A943-4BCC-B7BD-F7082EA5F71F}">
      <dsp:nvSpPr>
        <dsp:cNvPr id="0" name=""/>
        <dsp:cNvSpPr/>
      </dsp:nvSpPr>
      <dsp:spPr>
        <a:xfrm>
          <a:off x="544423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1DB086-6DE3-4C78-957D-E1E598F4827B}">
      <dsp:nvSpPr>
        <dsp:cNvPr id="0" name=""/>
        <dsp:cNvSpPr/>
      </dsp:nvSpPr>
      <dsp:spPr>
        <a:xfrm>
          <a:off x="1910170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The Core Problem Constraint: </a:t>
          </a:r>
          <a:r>
            <a:rPr lang="en-IN" sz="1400" kern="1200"/>
            <a:t>Standard sports analytics over-indexes on historical player averages while ignoring real-time planetary parameters.</a:t>
          </a:r>
        </a:p>
      </dsp:txBody>
      <dsp:txXfrm>
        <a:off x="1910170" y="2567635"/>
        <a:ext cx="3205521" cy="1359918"/>
      </dsp:txXfrm>
    </dsp:sp>
    <dsp:sp modelId="{519D7720-5A29-431A-83F4-389D712D0A40}">
      <dsp:nvSpPr>
        <dsp:cNvPr id="0" name=""/>
        <dsp:cNvSpPr/>
      </dsp:nvSpPr>
      <dsp:spPr>
        <a:xfrm>
          <a:off x="5674228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23A08C-4076-4D25-A14D-2036F82BBB80}">
      <dsp:nvSpPr>
        <dsp:cNvPr id="0" name=""/>
        <dsp:cNvSpPr/>
      </dsp:nvSpPr>
      <dsp:spPr>
        <a:xfrm>
          <a:off x="5959811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2769437-59F5-496D-950D-190D60FE148B}">
      <dsp:nvSpPr>
        <dsp:cNvPr id="0" name=""/>
        <dsp:cNvSpPr/>
      </dsp:nvSpPr>
      <dsp:spPr>
        <a:xfrm>
          <a:off x="7325557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Strategic Format Justification:</a:t>
          </a:r>
          <a:r>
            <a:rPr lang="en-IN" sz="1400" kern="1200"/>
            <a:t> Prioritized the ODI format to reduce the high scoring volatility and extreme randomness inherent to short-form T20 data, establishing a more balanced scoring baseline for tree-based estimators to isolate true climate modifiers.</a:t>
          </a:r>
        </a:p>
      </dsp:txBody>
      <dsp:txXfrm>
        <a:off x="7325557" y="2567635"/>
        <a:ext cx="3205521" cy="13599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1D09E-DF31-47E5-B854-9A461CEBEA13}">
      <dsp:nvSpPr>
        <dsp:cNvPr id="0" name=""/>
        <dsp:cNvSpPr/>
      </dsp:nvSpPr>
      <dsp:spPr>
        <a:xfrm>
          <a:off x="0" y="95379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Dataset Matrix Scale: </a:t>
          </a:r>
          <a:r>
            <a:rPr lang="en-IN" sz="1500" kern="1200" dirty="0"/>
            <a:t>1,148 unique chronological rows spanning major multi-format fixtures from 2022 to 2026.</a:t>
          </a:r>
        </a:p>
      </dsp:txBody>
      <dsp:txXfrm>
        <a:off x="29088" y="124467"/>
        <a:ext cx="10731744" cy="537701"/>
      </dsp:txXfrm>
    </dsp:sp>
    <dsp:sp modelId="{2B8AA479-7DD2-4F5A-A779-5530F7C2EE39}">
      <dsp:nvSpPr>
        <dsp:cNvPr id="0" name=""/>
        <dsp:cNvSpPr/>
      </dsp:nvSpPr>
      <dsp:spPr>
        <a:xfrm>
          <a:off x="0" y="734457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Row Metric Definition:</a:t>
          </a:r>
          <a:r>
            <a:rPr lang="en-IN" sz="1500" kern="1200" dirty="0"/>
            <a:t> One row maps a single team's full performance profile within a specific innings on a confirmed calendar date.</a:t>
          </a:r>
        </a:p>
      </dsp:txBody>
      <dsp:txXfrm>
        <a:off x="29088" y="763545"/>
        <a:ext cx="10731744" cy="537701"/>
      </dsp:txXfrm>
    </dsp:sp>
    <dsp:sp modelId="{C09FA96B-F331-448C-8AE3-A58CDF67802C}">
      <dsp:nvSpPr>
        <dsp:cNvPr id="0" name=""/>
        <dsp:cNvSpPr/>
      </dsp:nvSpPr>
      <dsp:spPr>
        <a:xfrm>
          <a:off x="0" y="1373534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Data Engineering Challenges: </a:t>
          </a:r>
          <a:r>
            <a:rPr lang="en-IN" sz="1500" kern="1200" dirty="0"/>
            <a:t>Weather nodes do not interpret text labels like 'Lord's'. Built a geocoding wrapper mapping venues to GPS coordinates to extract 3 PM and 8 PM climate slices.</a:t>
          </a:r>
        </a:p>
      </dsp:txBody>
      <dsp:txXfrm>
        <a:off x="29088" y="1402622"/>
        <a:ext cx="10731744" cy="537701"/>
      </dsp:txXfrm>
    </dsp:sp>
    <dsp:sp modelId="{CF5EF978-67FA-4855-84DB-D147F3E5634B}">
      <dsp:nvSpPr>
        <dsp:cNvPr id="0" name=""/>
        <dsp:cNvSpPr/>
      </dsp:nvSpPr>
      <dsp:spPr>
        <a:xfrm>
          <a:off x="0" y="2012611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Multi-Source Data Integration:</a:t>
          </a:r>
          <a:r>
            <a:rPr lang="en-IN" sz="1500" kern="1200" dirty="0"/>
            <a:t> We built a Python program that used stadium coordinates to match </a:t>
          </a:r>
          <a:r>
            <a:rPr lang="en-IN" sz="1500" kern="1200" dirty="0" err="1"/>
            <a:t>match</a:t>
          </a:r>
          <a:r>
            <a:rPr lang="en-IN" sz="1500" kern="1200" dirty="0"/>
            <a:t> dates from </a:t>
          </a:r>
          <a:r>
            <a:rPr lang="en-IN" sz="1500" kern="1200" dirty="0" err="1"/>
            <a:t>Cricsheet</a:t>
          </a:r>
          <a:r>
            <a:rPr lang="en-IN" sz="1500" kern="1200" dirty="0"/>
            <a:t> with the exact hourly weather conditions (3:00 PM for day games and 8:00 PM for night games) from the Open-</a:t>
          </a:r>
          <a:r>
            <a:rPr lang="en-IN" sz="1500" kern="1200" dirty="0" err="1"/>
            <a:t>Meteo</a:t>
          </a:r>
          <a:r>
            <a:rPr lang="en-IN" sz="1500" kern="1200" dirty="0"/>
            <a:t> weather database.</a:t>
          </a:r>
        </a:p>
      </dsp:txBody>
      <dsp:txXfrm>
        <a:off x="29088" y="2041699"/>
        <a:ext cx="10731744" cy="5377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05162-B22C-46F9-8252-BEEB96270B03}">
      <dsp:nvSpPr>
        <dsp:cNvPr id="0" name=""/>
        <dsp:cNvSpPr/>
      </dsp:nvSpPr>
      <dsp:spPr>
        <a:xfrm>
          <a:off x="4604" y="0"/>
          <a:ext cx="4784339" cy="1550351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51D4F6B-8244-4CEF-847B-BB63C755016F}">
      <dsp:nvSpPr>
        <dsp:cNvPr id="0" name=""/>
        <dsp:cNvSpPr/>
      </dsp:nvSpPr>
      <dsp:spPr>
        <a:xfrm>
          <a:off x="1280428" y="387587"/>
          <a:ext cx="4040108" cy="15503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Primary Source: </a:t>
          </a:r>
          <a:r>
            <a:rPr lang="en-IN" sz="2000" kern="1200" dirty="0"/>
            <a:t>Cricsheet.org -&gt; Granular ball-by-ball performance logs extracted directly from raw hierarchical JSON data blocks.</a:t>
          </a:r>
        </a:p>
      </dsp:txBody>
      <dsp:txXfrm>
        <a:off x="1325836" y="432995"/>
        <a:ext cx="3949292" cy="1459535"/>
      </dsp:txXfrm>
    </dsp:sp>
    <dsp:sp modelId="{1C751DF3-B998-4ABA-9257-080985861BE5}">
      <dsp:nvSpPr>
        <dsp:cNvPr id="0" name=""/>
        <dsp:cNvSpPr/>
      </dsp:nvSpPr>
      <dsp:spPr>
        <a:xfrm>
          <a:off x="5469383" y="0"/>
          <a:ext cx="4784339" cy="1550351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B125E1-5F69-4F1C-A633-D2E1D2128AF6}">
      <dsp:nvSpPr>
        <dsp:cNvPr id="0" name=""/>
        <dsp:cNvSpPr/>
      </dsp:nvSpPr>
      <dsp:spPr>
        <a:xfrm>
          <a:off x="6745206" y="387587"/>
          <a:ext cx="4040108" cy="15503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Secondary Source: </a:t>
          </a:r>
          <a:r>
            <a:rPr lang="en-IN" sz="2000" kern="1200" dirty="0"/>
            <a:t>Open-</a:t>
          </a:r>
          <a:r>
            <a:rPr lang="en-IN" sz="2000" kern="1200" dirty="0" err="1"/>
            <a:t>Meteo</a:t>
          </a:r>
          <a:r>
            <a:rPr lang="en-IN" sz="2000" kern="1200" dirty="0"/>
            <a:t> Historical Archive API -&gt; Free, keyless chronological microclimate environment data grids.</a:t>
          </a:r>
        </a:p>
      </dsp:txBody>
      <dsp:txXfrm>
        <a:off x="6790614" y="432995"/>
        <a:ext cx="3949292" cy="14595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51925-AF5B-4BFE-880A-05FD27C8B934}">
      <dsp:nvSpPr>
        <dsp:cNvPr id="0" name=""/>
        <dsp:cNvSpPr/>
      </dsp:nvSpPr>
      <dsp:spPr>
        <a:xfrm>
          <a:off x="0" y="608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FE2864-C9B1-48C2-BCF7-A6D3055192A4}">
      <dsp:nvSpPr>
        <dsp:cNvPr id="0" name=""/>
        <dsp:cNvSpPr/>
      </dsp:nvSpPr>
      <dsp:spPr>
        <a:xfrm>
          <a:off x="0" y="608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Weather Non-Linearity:</a:t>
          </a:r>
          <a:r>
            <a:rPr lang="en-IN" sz="1600" kern="1200" dirty="0"/>
            <a:t> Temperature variants modify scoring rate parameters non-linearly rather than following a basic straight-line relationship.</a:t>
          </a:r>
        </a:p>
      </dsp:txBody>
      <dsp:txXfrm>
        <a:off x="0" y="608"/>
        <a:ext cx="4713994" cy="995961"/>
      </dsp:txXfrm>
    </dsp:sp>
    <dsp:sp modelId="{EEA10D3A-1C7B-4D3C-87A0-4ADBF738602E}">
      <dsp:nvSpPr>
        <dsp:cNvPr id="0" name=""/>
        <dsp:cNvSpPr/>
      </dsp:nvSpPr>
      <dsp:spPr>
        <a:xfrm>
          <a:off x="0" y="996569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ECE61D0-59DB-4469-9426-F093F29D017A}">
      <dsp:nvSpPr>
        <dsp:cNvPr id="0" name=""/>
        <dsp:cNvSpPr/>
      </dsp:nvSpPr>
      <dsp:spPr>
        <a:xfrm>
          <a:off x="0" y="996569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Atmospheric Shifts: </a:t>
          </a:r>
          <a:r>
            <a:rPr lang="en-IN" sz="1600" kern="1200" dirty="0"/>
            <a:t>Relative air humidity percentage spikes significantly during second-innings evening windows compared to afternoon frames.</a:t>
          </a:r>
        </a:p>
      </dsp:txBody>
      <dsp:txXfrm>
        <a:off x="0" y="996569"/>
        <a:ext cx="4713994" cy="995961"/>
      </dsp:txXfrm>
    </dsp:sp>
    <dsp:sp modelId="{68AAD225-D1EC-40E2-94C8-5675DA21ACE0}">
      <dsp:nvSpPr>
        <dsp:cNvPr id="0" name=""/>
        <dsp:cNvSpPr/>
      </dsp:nvSpPr>
      <dsp:spPr>
        <a:xfrm>
          <a:off x="0" y="1992530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21D4CC3-8496-429F-BA0E-31FEE934F26D}">
      <dsp:nvSpPr>
        <dsp:cNvPr id="0" name=""/>
        <dsp:cNvSpPr/>
      </dsp:nvSpPr>
      <dsp:spPr>
        <a:xfrm>
          <a:off x="0" y="1992530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Feature Correlation: </a:t>
          </a:r>
          <a:r>
            <a:rPr lang="en-IN" sz="1600" kern="1200" dirty="0"/>
            <a:t>Volumetric analysis shows that '</a:t>
          </a:r>
          <a:r>
            <a:rPr lang="en-IN" sz="1600" kern="1200" dirty="0" err="1"/>
            <a:t>overs_played</a:t>
          </a:r>
          <a:r>
            <a:rPr lang="en-IN" sz="1600" kern="1200" dirty="0"/>
            <a:t>' holds the single highest direct correlation with final team totals.</a:t>
          </a:r>
        </a:p>
      </dsp:txBody>
      <dsp:txXfrm>
        <a:off x="0" y="1992530"/>
        <a:ext cx="4713994" cy="995961"/>
      </dsp:txXfrm>
    </dsp:sp>
    <dsp:sp modelId="{DB101FA4-B7BA-46AE-9167-C40F8E1D3674}">
      <dsp:nvSpPr>
        <dsp:cNvPr id="0" name=""/>
        <dsp:cNvSpPr/>
      </dsp:nvSpPr>
      <dsp:spPr>
        <a:xfrm>
          <a:off x="0" y="2988491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DABC47D-C9EB-4E1D-8CDB-2A02D50A2674}">
      <dsp:nvSpPr>
        <dsp:cNvPr id="0" name=""/>
        <dsp:cNvSpPr/>
      </dsp:nvSpPr>
      <dsp:spPr>
        <a:xfrm>
          <a:off x="0" y="2988491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Core Visual Discovery: </a:t>
          </a:r>
          <a:r>
            <a:rPr lang="en-IN" sz="1600" kern="1200" dirty="0"/>
            <a:t>High evening humidity levels map to accelerated scoring speeds ONLY when teams bat second, exposing a crucial dew interaction effect.</a:t>
          </a:r>
        </a:p>
      </dsp:txBody>
      <dsp:txXfrm>
        <a:off x="0" y="2988491"/>
        <a:ext cx="4713994" cy="995961"/>
      </dsp:txXfrm>
    </dsp:sp>
    <dsp:sp modelId="{A71FC8D2-3028-4A1D-9B94-39E53D23F8A8}">
      <dsp:nvSpPr>
        <dsp:cNvPr id="0" name=""/>
        <dsp:cNvSpPr/>
      </dsp:nvSpPr>
      <dsp:spPr>
        <a:xfrm>
          <a:off x="0" y="3984452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C4BD7B-80F3-4A50-B864-8622F4EBF5D3}">
      <dsp:nvSpPr>
        <dsp:cNvPr id="0" name=""/>
        <dsp:cNvSpPr/>
      </dsp:nvSpPr>
      <dsp:spPr>
        <a:xfrm>
          <a:off x="0" y="3984452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Distribution Patterns: </a:t>
          </a:r>
          <a:r>
            <a:rPr lang="en-IN" sz="1600" kern="1200" dirty="0"/>
            <a:t>Final scores show wide multi-modal distributions depending heavily on whether an innings faces a resource cutoff or full completion.</a:t>
          </a:r>
        </a:p>
      </dsp:txBody>
      <dsp:txXfrm>
        <a:off x="0" y="3984452"/>
        <a:ext cx="4713994" cy="9959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F38AF-DFC1-4269-B0B7-768BD3371DA6}">
      <dsp:nvSpPr>
        <dsp:cNvPr id="0" name=""/>
        <dsp:cNvSpPr/>
      </dsp:nvSpPr>
      <dsp:spPr>
        <a:xfrm>
          <a:off x="0" y="535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D15C0A-3BE6-465B-A0D0-267BAB74F7C3}">
      <dsp:nvSpPr>
        <dsp:cNvPr id="0" name=""/>
        <dsp:cNvSpPr/>
      </dsp:nvSpPr>
      <dsp:spPr>
        <a:xfrm>
          <a:off x="379252" y="28262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8F13644-88AE-41F3-AF5D-17C1473F32B8}">
      <dsp:nvSpPr>
        <dsp:cNvPr id="0" name=""/>
        <dsp:cNvSpPr/>
      </dsp:nvSpPr>
      <dsp:spPr>
        <a:xfrm>
          <a:off x="1448055" y="535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The Shortened Run Chase Confounding Factor: </a:t>
          </a:r>
          <a:r>
            <a:rPr lang="en-IN" sz="2100" kern="1200"/>
            <a:t>Teams batting second adjust intent or finish early upon hitting targets, causing misleading score dips.</a:t>
          </a:r>
        </a:p>
      </dsp:txBody>
      <dsp:txXfrm>
        <a:off x="1448055" y="535"/>
        <a:ext cx="9341864" cy="1253728"/>
      </dsp:txXfrm>
    </dsp:sp>
    <dsp:sp modelId="{04C5138F-C10B-4CFA-8B7D-C1C673B514C2}">
      <dsp:nvSpPr>
        <dsp:cNvPr id="0" name=""/>
        <dsp:cNvSpPr/>
      </dsp:nvSpPr>
      <dsp:spPr>
        <a:xfrm>
          <a:off x="0" y="1567695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914A17-B0B3-4A01-800F-FA51DE39FB65}">
      <dsp:nvSpPr>
        <dsp:cNvPr id="0" name=""/>
        <dsp:cNvSpPr/>
      </dsp:nvSpPr>
      <dsp:spPr>
        <a:xfrm>
          <a:off x="379252" y="184978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4B37533-9B8F-4ACF-B45A-70D54A944A08}">
      <dsp:nvSpPr>
        <dsp:cNvPr id="0" name=""/>
        <dsp:cNvSpPr/>
      </dsp:nvSpPr>
      <dsp:spPr>
        <a:xfrm>
          <a:off x="1448055" y="1567695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The Exact Evaluated Feature Vector List:</a:t>
          </a:r>
          <a:r>
            <a:rPr lang="en-IN" sz="2100" kern="1200"/>
            <a:t> temperature_c, humidity_pct, rain_48hr_mm, overs_played, and team_avg_run_rate.</a:t>
          </a:r>
        </a:p>
      </dsp:txBody>
      <dsp:txXfrm>
        <a:off x="1448055" y="1567695"/>
        <a:ext cx="9341864" cy="1253728"/>
      </dsp:txXfrm>
    </dsp:sp>
    <dsp:sp modelId="{7C9CB5DF-A057-4E2B-92A2-866BFC4C608A}">
      <dsp:nvSpPr>
        <dsp:cNvPr id="0" name=""/>
        <dsp:cNvSpPr/>
      </dsp:nvSpPr>
      <dsp:spPr>
        <a:xfrm>
          <a:off x="0" y="3134856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155C3A-534E-47B0-84E5-9A551E7B82EB}">
      <dsp:nvSpPr>
        <dsp:cNvPr id="0" name=""/>
        <dsp:cNvSpPr/>
      </dsp:nvSpPr>
      <dsp:spPr>
        <a:xfrm>
          <a:off x="379252" y="341694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3E25735-B3A8-4477-B15B-7E22982D69DE}">
      <dsp:nvSpPr>
        <dsp:cNvPr id="0" name=""/>
        <dsp:cNvSpPr/>
      </dsp:nvSpPr>
      <dsp:spPr>
        <a:xfrm>
          <a:off x="1448055" y="3134856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The Team Quality Anchor Rationale: </a:t>
          </a:r>
          <a:r>
            <a:rPr lang="en-IN" sz="2100" kern="1200"/>
            <a:t>Including team_avg_run_rate grounds the model in core team strength, allowing climate attributes to serve as fine-tuning modifiers.</a:t>
          </a:r>
        </a:p>
      </dsp:txBody>
      <dsp:txXfrm>
        <a:off x="1448055" y="3134856"/>
        <a:ext cx="9341864" cy="12537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2E618-9CF8-478D-8020-6A764BBE6F40}">
      <dsp:nvSpPr>
        <dsp:cNvPr id="0" name=""/>
        <dsp:cNvSpPr/>
      </dsp:nvSpPr>
      <dsp:spPr>
        <a:xfrm>
          <a:off x="908414" y="909376"/>
          <a:ext cx="1442103" cy="14421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DCEF731-B008-4A5A-A62A-95E23DFA4EC3}">
      <dsp:nvSpPr>
        <dsp:cNvPr id="0" name=""/>
        <dsp:cNvSpPr/>
      </dsp:nvSpPr>
      <dsp:spPr>
        <a:xfrm>
          <a:off x="27129" y="2737243"/>
          <a:ext cx="32046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Missing Value Protocol: </a:t>
          </a:r>
          <a:r>
            <a:rPr lang="en-IN" sz="1100" kern="1200" dirty="0"/>
            <a:t>Incomplete observations or coordinate lookup failures were handled by removing rows entirely to protect feature space.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    What We Dropped:</a:t>
          </a:r>
          <a:r>
            <a:rPr lang="en-IN" sz="1100" kern="1200" dirty="0"/>
            <a:t> </a:t>
          </a:r>
          <a:r>
            <a:rPr lang="en-IN" sz="1100" b="0" i="0" kern="1200" dirty="0" err="1"/>
            <a:t>match_id</a:t>
          </a:r>
          <a:r>
            <a:rPr lang="en-IN" sz="1100" b="0" i="0" kern="1200" dirty="0"/>
            <a:t> , venue , city , team </a:t>
          </a:r>
          <a:endParaRPr lang="en-IN" sz="1100" kern="1200" dirty="0"/>
        </a:p>
      </dsp:txBody>
      <dsp:txXfrm>
        <a:off x="27129" y="2737243"/>
        <a:ext cx="3204675" cy="742500"/>
      </dsp:txXfrm>
    </dsp:sp>
    <dsp:sp modelId="{FB624EA2-4995-4A96-9B7E-113018478B95}">
      <dsp:nvSpPr>
        <dsp:cNvPr id="0" name=""/>
        <dsp:cNvSpPr/>
      </dsp:nvSpPr>
      <dsp:spPr>
        <a:xfrm>
          <a:off x="4673908" y="909376"/>
          <a:ext cx="1442103" cy="14421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52B4F3B-C046-4C4F-80CF-9BB189F408A9}">
      <dsp:nvSpPr>
        <dsp:cNvPr id="0" name=""/>
        <dsp:cNvSpPr/>
      </dsp:nvSpPr>
      <dsp:spPr>
        <a:xfrm>
          <a:off x="3792622" y="2737243"/>
          <a:ext cx="32046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Chronological Ordering Strategy: </a:t>
          </a:r>
          <a:r>
            <a:rPr lang="en-IN" sz="1100" kern="1200"/>
            <a:t>Sorted rows sequentially by date before splitting to prevent future data patterns from leaking into past training steps.</a:t>
          </a:r>
        </a:p>
      </dsp:txBody>
      <dsp:txXfrm>
        <a:off x="3792622" y="2737243"/>
        <a:ext cx="3204675" cy="742500"/>
      </dsp:txXfrm>
    </dsp:sp>
    <dsp:sp modelId="{CB4FC2F7-7A81-493E-9698-3B3834434CF5}">
      <dsp:nvSpPr>
        <dsp:cNvPr id="0" name=""/>
        <dsp:cNvSpPr/>
      </dsp:nvSpPr>
      <dsp:spPr>
        <a:xfrm>
          <a:off x="8439401" y="909376"/>
          <a:ext cx="1442103" cy="14421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5E2262-47BE-4A8A-B31D-C41A46AFF917}">
      <dsp:nvSpPr>
        <dsp:cNvPr id="0" name=""/>
        <dsp:cNvSpPr/>
      </dsp:nvSpPr>
      <dsp:spPr>
        <a:xfrm>
          <a:off x="7558115" y="2737243"/>
          <a:ext cx="32046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Vector Scaling: </a:t>
          </a:r>
          <a:r>
            <a:rPr lang="en-IN" sz="1100" kern="1200"/>
            <a:t>Applied StandardScaler normalization across numerical feature arrays to prevent high-magnitude features from masking lower-magnitude indicators.</a:t>
          </a:r>
        </a:p>
      </dsp:txBody>
      <dsp:txXfrm>
        <a:off x="7558115" y="2737243"/>
        <a:ext cx="3204675" cy="742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9F76E-F0D3-46C2-A154-8906006B376B}">
      <dsp:nvSpPr>
        <dsp:cNvPr id="0" name=""/>
        <dsp:cNvSpPr/>
      </dsp:nvSpPr>
      <dsp:spPr>
        <a:xfrm>
          <a:off x="258841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926B34-D039-4F7C-BC15-11ABA8509DE8}">
      <dsp:nvSpPr>
        <dsp:cNvPr id="0" name=""/>
        <dsp:cNvSpPr/>
      </dsp:nvSpPr>
      <dsp:spPr>
        <a:xfrm>
          <a:off x="544423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1F897A-CCBB-44BD-B10F-EB0507F30F23}">
      <dsp:nvSpPr>
        <dsp:cNvPr id="0" name=""/>
        <dsp:cNvSpPr/>
      </dsp:nvSpPr>
      <dsp:spPr>
        <a:xfrm>
          <a:off x="1910170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Decoupled Architecture Flow: Modulariized data preparation into separate notebook steps to cleanly isolate data gathering from modeling.</a:t>
          </a:r>
        </a:p>
      </dsp:txBody>
      <dsp:txXfrm>
        <a:off x="1910170" y="461566"/>
        <a:ext cx="3205521" cy="1359918"/>
      </dsp:txXfrm>
    </dsp:sp>
    <dsp:sp modelId="{2D8554C9-DBDA-47D4-8311-1CBA9C4E79EC}">
      <dsp:nvSpPr>
        <dsp:cNvPr id="0" name=""/>
        <dsp:cNvSpPr/>
      </dsp:nvSpPr>
      <dsp:spPr>
        <a:xfrm>
          <a:off x="5674228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76CC84-2DD1-406B-927B-3AB41A551C3C}">
      <dsp:nvSpPr>
        <dsp:cNvPr id="0" name=""/>
        <dsp:cNvSpPr/>
      </dsp:nvSpPr>
      <dsp:spPr>
        <a:xfrm>
          <a:off x="5959811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D28580B-8958-42CA-8711-BE2966EF9B23}">
      <dsp:nvSpPr>
        <dsp:cNvPr id="0" name=""/>
        <dsp:cNvSpPr/>
      </dsp:nvSpPr>
      <dsp:spPr>
        <a:xfrm>
          <a:off x="7325557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Server Defense Layer: Implemented python pacing parameter windows via time.sleep() to respect public server access constraints.</a:t>
          </a:r>
        </a:p>
      </dsp:txBody>
      <dsp:txXfrm>
        <a:off x="7325557" y="461566"/>
        <a:ext cx="3205521" cy="1359918"/>
      </dsp:txXfrm>
    </dsp:sp>
    <dsp:sp modelId="{EE338A1E-0051-48A5-9210-AC3B69190005}">
      <dsp:nvSpPr>
        <dsp:cNvPr id="0" name=""/>
        <dsp:cNvSpPr/>
      </dsp:nvSpPr>
      <dsp:spPr>
        <a:xfrm>
          <a:off x="258841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73C20C0-0922-4EC1-A02F-D397CC073CC2}">
      <dsp:nvSpPr>
        <dsp:cNvPr id="0" name=""/>
        <dsp:cNvSpPr/>
      </dsp:nvSpPr>
      <dsp:spPr>
        <a:xfrm>
          <a:off x="544423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B5A71B-B2FE-4E95-98FE-C5B72551A9F1}">
      <dsp:nvSpPr>
        <dsp:cNvPr id="0" name=""/>
        <dsp:cNvSpPr/>
      </dsp:nvSpPr>
      <dsp:spPr>
        <a:xfrm>
          <a:off x="1910170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Robust Fail-Safe Node Handling: Wrapped JSON loading nodes inside try-except traps to bypass broken files without halting execution runs.</a:t>
          </a:r>
        </a:p>
      </dsp:txBody>
      <dsp:txXfrm>
        <a:off x="1910170" y="2567635"/>
        <a:ext cx="3205521" cy="1359918"/>
      </dsp:txXfrm>
    </dsp:sp>
    <dsp:sp modelId="{FA06BFBA-CA9B-4566-8691-84AAA56A7906}">
      <dsp:nvSpPr>
        <dsp:cNvPr id="0" name=""/>
        <dsp:cNvSpPr/>
      </dsp:nvSpPr>
      <dsp:spPr>
        <a:xfrm>
          <a:off x="5674228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8DFCB1-C51B-4A4B-AF58-47D8D8F25C28}">
      <dsp:nvSpPr>
        <dsp:cNvPr id="0" name=""/>
        <dsp:cNvSpPr/>
      </dsp:nvSpPr>
      <dsp:spPr>
        <a:xfrm>
          <a:off x="5959811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5FD4CD-EB70-4FF4-BA49-88023BAD7918}">
      <dsp:nvSpPr>
        <dsp:cNvPr id="0" name=""/>
        <dsp:cNvSpPr/>
      </dsp:nvSpPr>
      <dsp:spPr>
        <a:xfrm>
          <a:off x="7325557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Loop Optimization: Programmed consistent tracking arrays to evaluate all 9 distinct regression models uniformly across identical training matrices.</a:t>
          </a:r>
        </a:p>
      </dsp:txBody>
      <dsp:txXfrm>
        <a:off x="7325557" y="2567635"/>
        <a:ext cx="3205521" cy="13599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A52AF-FA2A-4B55-84F6-BC484F207950}">
      <dsp:nvSpPr>
        <dsp:cNvPr id="0" name=""/>
        <dsp:cNvSpPr/>
      </dsp:nvSpPr>
      <dsp:spPr>
        <a:xfrm>
          <a:off x="649710" y="484559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0929A1-A00B-457D-B644-DF23F238DBAC}">
      <dsp:nvSpPr>
        <dsp:cNvPr id="0" name=""/>
        <dsp:cNvSpPr/>
      </dsp:nvSpPr>
      <dsp:spPr>
        <a:xfrm>
          <a:off x="1066522" y="90137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FC1D-66B2-4EA6-9F52-D454012DEA83}">
      <dsp:nvSpPr>
        <dsp:cNvPr id="0" name=""/>
        <dsp:cNvSpPr/>
      </dsp:nvSpPr>
      <dsp:spPr>
        <a:xfrm>
          <a:off x="24491" y="3049560"/>
          <a:ext cx="320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Trajectory 1: Geographic Venue Target Encoding -&gt; Categorize stadium coordinates to account for physical constraints like altitude and boundary lengths.</a:t>
          </a:r>
        </a:p>
      </dsp:txBody>
      <dsp:txXfrm>
        <a:off x="24491" y="3049560"/>
        <a:ext cx="3206250" cy="855000"/>
      </dsp:txXfrm>
    </dsp:sp>
    <dsp:sp modelId="{86C09A44-3A4F-4E1D-84E8-4687DDFA6ACA}">
      <dsp:nvSpPr>
        <dsp:cNvPr id="0" name=""/>
        <dsp:cNvSpPr/>
      </dsp:nvSpPr>
      <dsp:spPr>
        <a:xfrm>
          <a:off x="4417053" y="484559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D318D7-9507-4B60-980E-F0BEB533E901}">
      <dsp:nvSpPr>
        <dsp:cNvPr id="0" name=""/>
        <dsp:cNvSpPr/>
      </dsp:nvSpPr>
      <dsp:spPr>
        <a:xfrm>
          <a:off x="4833866" y="90137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62627-E517-45EE-A4BF-9686298B40FE}">
      <dsp:nvSpPr>
        <dsp:cNvPr id="0" name=""/>
        <dsp:cNvSpPr/>
      </dsp:nvSpPr>
      <dsp:spPr>
        <a:xfrm>
          <a:off x="3791835" y="3049560"/>
          <a:ext cx="320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Trajectory 2: Multi-Layer Hyperparameter Optimization -&gt; Run automated RandomizedSearchCV tuning loops over our top Random Forest architecture to optimize tree depths.</a:t>
          </a:r>
        </a:p>
      </dsp:txBody>
      <dsp:txXfrm>
        <a:off x="3791835" y="3049560"/>
        <a:ext cx="3206250" cy="855000"/>
      </dsp:txXfrm>
    </dsp:sp>
    <dsp:sp modelId="{D03492BD-8C0B-460B-A6B6-A57FDD0999C1}">
      <dsp:nvSpPr>
        <dsp:cNvPr id="0" name=""/>
        <dsp:cNvSpPr/>
      </dsp:nvSpPr>
      <dsp:spPr>
        <a:xfrm>
          <a:off x="8184397" y="484559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C0535-115E-4F88-97CF-24872F3DE8F7}">
      <dsp:nvSpPr>
        <dsp:cNvPr id="0" name=""/>
        <dsp:cNvSpPr/>
      </dsp:nvSpPr>
      <dsp:spPr>
        <a:xfrm>
          <a:off x="8601210" y="90137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61445-8C86-4796-897E-297CCC2D200A}">
      <dsp:nvSpPr>
        <dsp:cNvPr id="0" name=""/>
        <dsp:cNvSpPr/>
      </dsp:nvSpPr>
      <dsp:spPr>
        <a:xfrm>
          <a:off x="7559178" y="3049560"/>
          <a:ext cx="320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Trajectory 3: Feature Interaction Expansion -&gt; Combine humidity records and precipitation depth to build a composite pitch moisture proxy for deep pitch-wear insight.</a:t>
          </a:r>
        </a:p>
      </dsp:txBody>
      <dsp:txXfrm>
        <a:off x="7559178" y="3049560"/>
        <a:ext cx="3206250" cy="855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0619A-CCD5-4163-AD62-87933A47430D}">
      <dsp:nvSpPr>
        <dsp:cNvPr id="0" name=""/>
        <dsp:cNvSpPr/>
      </dsp:nvSpPr>
      <dsp:spPr>
        <a:xfrm>
          <a:off x="0" y="2344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E5D6A-22EA-44A7-B461-01C9F195814F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46CEB-4486-4125-80E8-171E713E030D}">
      <dsp:nvSpPr>
        <dsp:cNvPr id="0" name=""/>
        <dsp:cNvSpPr/>
      </dsp:nvSpPr>
      <dsp:spPr>
        <a:xfrm>
          <a:off x="1372680" y="234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Prediction Target: team_total_score (Continuous Numerical Regression tracking total runs in an innings).</a:t>
          </a:r>
        </a:p>
      </dsp:txBody>
      <dsp:txXfrm>
        <a:off x="1372680" y="2344"/>
        <a:ext cx="5424994" cy="1188467"/>
      </dsp:txXfrm>
    </dsp:sp>
    <dsp:sp modelId="{E9CB2498-6F95-45DD-9DEB-3F48D90FDD07}">
      <dsp:nvSpPr>
        <dsp:cNvPr id="0" name=""/>
        <dsp:cNvSpPr/>
      </dsp:nvSpPr>
      <dsp:spPr>
        <a:xfrm>
          <a:off x="0" y="1487929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EE1093-1506-41EF-817F-91545EBF4830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DEF54-EF77-4617-A68F-580DF37ACD1E}">
      <dsp:nvSpPr>
        <dsp:cNvPr id="0" name=""/>
        <dsp:cNvSpPr/>
      </dsp:nvSpPr>
      <dsp:spPr>
        <a:xfrm>
          <a:off x="1372680" y="148792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Core Problem: Traditional sports models rely strictly on historical player stats, ignoring real-time planetary parameters.</a:t>
          </a:r>
        </a:p>
      </dsp:txBody>
      <dsp:txXfrm>
        <a:off x="1372680" y="1487929"/>
        <a:ext cx="5424994" cy="1188467"/>
      </dsp:txXfrm>
    </dsp:sp>
    <dsp:sp modelId="{73E46685-965D-4CB9-A981-7D50F33512FA}">
      <dsp:nvSpPr>
        <dsp:cNvPr id="0" name=""/>
        <dsp:cNvSpPr/>
      </dsp:nvSpPr>
      <dsp:spPr>
        <a:xfrm>
          <a:off x="0" y="2973514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FCEDD-9DB5-4DF1-A2E9-01850EE33871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A911E-52DC-41D4-9B06-6C036CC07AC3}">
      <dsp:nvSpPr>
        <dsp:cNvPr id="0" name=""/>
        <dsp:cNvSpPr/>
      </dsp:nvSpPr>
      <dsp:spPr>
        <a:xfrm>
          <a:off x="1372680" y="297351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Why it Matters: Microclimate factors (temperature, humidity, rain) alter pitch friction, ball swing, and outfield drag.</a:t>
          </a:r>
        </a:p>
      </dsp:txBody>
      <dsp:txXfrm>
        <a:off x="1372680" y="2973514"/>
        <a:ext cx="5424994" cy="1188467"/>
      </dsp:txXfrm>
    </dsp:sp>
    <dsp:sp modelId="{2E911503-F8B3-43C6-A362-0853B40CB941}">
      <dsp:nvSpPr>
        <dsp:cNvPr id="0" name=""/>
        <dsp:cNvSpPr/>
      </dsp:nvSpPr>
      <dsp:spPr>
        <a:xfrm>
          <a:off x="0" y="4459099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93C04-88BC-4D9E-A566-E52D90CA8BD6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03F83-9CF4-4006-A331-E7FB7D1BD1F6}">
      <dsp:nvSpPr>
        <dsp:cNvPr id="0" name=""/>
        <dsp:cNvSpPr/>
      </dsp:nvSpPr>
      <dsp:spPr>
        <a:xfrm>
          <a:off x="1372680" y="445909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Format Justification: Selected 50-over ODIs to provide the models with a wide, structurally stable resource window (overs_played).</a:t>
          </a:r>
        </a:p>
      </dsp:txBody>
      <dsp:txXfrm>
        <a:off x="1372680" y="4459099"/>
        <a:ext cx="5424994" cy="11884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93199-C05B-4D99-84E8-3D2486934E5A}">
      <dsp:nvSpPr>
        <dsp:cNvPr id="0" name=""/>
        <dsp:cNvSpPr/>
      </dsp:nvSpPr>
      <dsp:spPr>
        <a:xfrm>
          <a:off x="0" y="3428"/>
          <a:ext cx="10789920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9632B-1633-4903-AB8F-8FDFCF26568A}">
      <dsp:nvSpPr>
        <dsp:cNvPr id="0" name=""/>
        <dsp:cNvSpPr/>
      </dsp:nvSpPr>
      <dsp:spPr>
        <a:xfrm>
          <a:off x="220939" y="167763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27B03-A3D8-4FBA-8074-2CCA353F1E24}">
      <dsp:nvSpPr>
        <dsp:cNvPr id="0" name=""/>
        <dsp:cNvSpPr/>
      </dsp:nvSpPr>
      <dsp:spPr>
        <a:xfrm>
          <a:off x="843585" y="3428"/>
          <a:ext cx="9946334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Source 1: Cricsheet.org -&gt; Granular ball-by-ball JSON match logs.</a:t>
          </a:r>
        </a:p>
      </dsp:txBody>
      <dsp:txXfrm>
        <a:off x="843585" y="3428"/>
        <a:ext cx="9946334" cy="730377"/>
      </dsp:txXfrm>
    </dsp:sp>
    <dsp:sp modelId="{93DF9B37-36B2-4D86-8813-EC53C780FB6F}">
      <dsp:nvSpPr>
        <dsp:cNvPr id="0" name=""/>
        <dsp:cNvSpPr/>
      </dsp:nvSpPr>
      <dsp:spPr>
        <a:xfrm>
          <a:off x="0" y="916400"/>
          <a:ext cx="10789920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97CFD-DF36-4622-A6FC-5E432AA27E31}">
      <dsp:nvSpPr>
        <dsp:cNvPr id="0" name=""/>
        <dsp:cNvSpPr/>
      </dsp:nvSpPr>
      <dsp:spPr>
        <a:xfrm>
          <a:off x="220939" y="1080735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71A1F-05B5-4CB4-A767-736F3BB4F21A}">
      <dsp:nvSpPr>
        <dsp:cNvPr id="0" name=""/>
        <dsp:cNvSpPr/>
      </dsp:nvSpPr>
      <dsp:spPr>
        <a:xfrm>
          <a:off x="843585" y="916400"/>
          <a:ext cx="9946334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Source 2: Open-Meteo Historical Archive API -&gt; Keyless microclimate data matched via stadium coordinates.</a:t>
          </a:r>
        </a:p>
      </dsp:txBody>
      <dsp:txXfrm>
        <a:off x="843585" y="916400"/>
        <a:ext cx="9946334" cy="730377"/>
      </dsp:txXfrm>
    </dsp:sp>
    <dsp:sp modelId="{E302BA15-89CF-4A01-9F46-3E9F36EB2CA5}">
      <dsp:nvSpPr>
        <dsp:cNvPr id="0" name=""/>
        <dsp:cNvSpPr/>
      </dsp:nvSpPr>
      <dsp:spPr>
        <a:xfrm>
          <a:off x="0" y="1829371"/>
          <a:ext cx="10789920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AA78F-4508-4047-9F17-8D471A7F7913}">
      <dsp:nvSpPr>
        <dsp:cNvPr id="0" name=""/>
        <dsp:cNvSpPr/>
      </dsp:nvSpPr>
      <dsp:spPr>
        <a:xfrm>
          <a:off x="220939" y="1993706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2B97C-F2FF-4E42-8031-4AE74E744945}">
      <dsp:nvSpPr>
        <dsp:cNvPr id="0" name=""/>
        <dsp:cNvSpPr/>
      </dsp:nvSpPr>
      <dsp:spPr>
        <a:xfrm>
          <a:off x="843585" y="1829371"/>
          <a:ext cx="9946334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New Features Added: venue_avg_score (Stadium Target Encoding) and is_batting_first (Innings Context).</a:t>
          </a:r>
        </a:p>
      </dsp:txBody>
      <dsp:txXfrm>
        <a:off x="843585" y="1829371"/>
        <a:ext cx="9946334" cy="730377"/>
      </dsp:txXfrm>
    </dsp:sp>
    <dsp:sp modelId="{0B0EB899-3721-412C-91D3-6E94488A785A}">
      <dsp:nvSpPr>
        <dsp:cNvPr id="0" name=""/>
        <dsp:cNvSpPr/>
      </dsp:nvSpPr>
      <dsp:spPr>
        <a:xfrm>
          <a:off x="0" y="2742342"/>
          <a:ext cx="10789920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CCE82-501A-4D41-9565-71A60F3B951F}">
      <dsp:nvSpPr>
        <dsp:cNvPr id="0" name=""/>
        <dsp:cNvSpPr/>
      </dsp:nvSpPr>
      <dsp:spPr>
        <a:xfrm>
          <a:off x="220939" y="2906677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8443A-E191-4340-B547-B6BEA78C471C}">
      <dsp:nvSpPr>
        <dsp:cNvPr id="0" name=""/>
        <dsp:cNvSpPr/>
      </dsp:nvSpPr>
      <dsp:spPr>
        <a:xfrm>
          <a:off x="843585" y="2742342"/>
          <a:ext cx="9946334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Data Cleanliness: Dropped incomplete coordinate lookup rows to prevent false microclimate imputation.</a:t>
          </a:r>
        </a:p>
      </dsp:txBody>
      <dsp:txXfrm>
        <a:off x="843585" y="2742342"/>
        <a:ext cx="9946334" cy="730377"/>
      </dsp:txXfrm>
    </dsp:sp>
    <dsp:sp modelId="{C58D165A-C4B9-4386-9BD7-DDEB2631E2D0}">
      <dsp:nvSpPr>
        <dsp:cNvPr id="0" name=""/>
        <dsp:cNvSpPr/>
      </dsp:nvSpPr>
      <dsp:spPr>
        <a:xfrm>
          <a:off x="0" y="3655314"/>
          <a:ext cx="10789920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65A40B-C572-4BED-B1F5-5D117FD9E505}">
      <dsp:nvSpPr>
        <dsp:cNvPr id="0" name=""/>
        <dsp:cNvSpPr/>
      </dsp:nvSpPr>
      <dsp:spPr>
        <a:xfrm>
          <a:off x="220939" y="3819648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6E926-82F5-4511-9995-B15AA33A488C}">
      <dsp:nvSpPr>
        <dsp:cNvPr id="0" name=""/>
        <dsp:cNvSpPr/>
      </dsp:nvSpPr>
      <dsp:spPr>
        <a:xfrm>
          <a:off x="843585" y="3655314"/>
          <a:ext cx="9946334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Matrix Scale: 1,148 unique chronological team innings rows from major international fixtures.</a:t>
          </a:r>
        </a:p>
      </dsp:txBody>
      <dsp:txXfrm>
        <a:off x="843585" y="3655314"/>
        <a:ext cx="9946334" cy="7303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9D2CA-8CF3-403F-9833-E8F5E66F6265}">
      <dsp:nvSpPr>
        <dsp:cNvPr id="0" name=""/>
        <dsp:cNvSpPr/>
      </dsp:nvSpPr>
      <dsp:spPr>
        <a:xfrm>
          <a:off x="0" y="74159"/>
          <a:ext cx="10789920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Validation Protocol: Chronological 80/20 train-test split (918 train rows | 230 hold-out test rows).</a:t>
          </a:r>
        </a:p>
      </dsp:txBody>
      <dsp:txXfrm>
        <a:off x="23417" y="97576"/>
        <a:ext cx="10743086" cy="432866"/>
      </dsp:txXfrm>
    </dsp:sp>
    <dsp:sp modelId="{EF8B5299-9563-44E5-A109-E58A8D6B667C}">
      <dsp:nvSpPr>
        <dsp:cNvPr id="0" name=""/>
        <dsp:cNvSpPr/>
      </dsp:nvSpPr>
      <dsp:spPr>
        <a:xfrm>
          <a:off x="0" y="611460"/>
          <a:ext cx="10789920" cy="479700"/>
        </a:xfrm>
        <a:prstGeom prst="roundRect">
          <a:avLst/>
        </a:prstGeom>
        <a:solidFill>
          <a:schemeClr val="accent2">
            <a:hueOff val="5577"/>
            <a:satOff val="-3839"/>
            <a:lumOff val="-9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K-Nearest Neighbors (KNN): Test MAE = ±36.5 runs | Test R² = 63.63%</a:t>
          </a:r>
        </a:p>
      </dsp:txBody>
      <dsp:txXfrm>
        <a:off x="23417" y="634877"/>
        <a:ext cx="10743086" cy="432866"/>
      </dsp:txXfrm>
    </dsp:sp>
    <dsp:sp modelId="{A0DD9BDF-08F7-4943-A624-6D3FD190D3FA}">
      <dsp:nvSpPr>
        <dsp:cNvPr id="0" name=""/>
        <dsp:cNvSpPr/>
      </dsp:nvSpPr>
      <dsp:spPr>
        <a:xfrm>
          <a:off x="0" y="1148760"/>
          <a:ext cx="10789920" cy="479700"/>
        </a:xfrm>
        <a:prstGeom prst="roundRect">
          <a:avLst/>
        </a:prstGeom>
        <a:solidFill>
          <a:schemeClr val="accent2">
            <a:hueOff val="11154"/>
            <a:satOff val="-7679"/>
            <a:lumOff val="-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Linear Regression (OLS / Ridge / Lasso): Test MAE = ±36.0 runs | Test R² = 63.99%</a:t>
          </a:r>
        </a:p>
      </dsp:txBody>
      <dsp:txXfrm>
        <a:off x="23417" y="1172177"/>
        <a:ext cx="10743086" cy="432866"/>
      </dsp:txXfrm>
    </dsp:sp>
    <dsp:sp modelId="{9A90BDBB-6A39-4498-BDB7-B539049BE46A}">
      <dsp:nvSpPr>
        <dsp:cNvPr id="0" name=""/>
        <dsp:cNvSpPr/>
      </dsp:nvSpPr>
      <dsp:spPr>
        <a:xfrm>
          <a:off x="0" y="1686060"/>
          <a:ext cx="10789920" cy="479700"/>
        </a:xfrm>
        <a:prstGeom prst="roundRect">
          <a:avLst/>
        </a:prstGeom>
        <a:solidFill>
          <a:schemeClr val="accent2">
            <a:hueOff val="16731"/>
            <a:satOff val="-11518"/>
            <a:lumOff val="-29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Single Decision Tree: Test MAE = ±35.2 runs | Test R² = 66.09%</a:t>
          </a:r>
        </a:p>
      </dsp:txBody>
      <dsp:txXfrm>
        <a:off x="23417" y="1709477"/>
        <a:ext cx="10743086" cy="432866"/>
      </dsp:txXfrm>
    </dsp:sp>
    <dsp:sp modelId="{01DF1CE6-2F8A-46DC-BEC0-F01D624F15D1}">
      <dsp:nvSpPr>
        <dsp:cNvPr id="0" name=""/>
        <dsp:cNvSpPr/>
      </dsp:nvSpPr>
      <dsp:spPr>
        <a:xfrm>
          <a:off x="0" y="2223360"/>
          <a:ext cx="10789920" cy="479700"/>
        </a:xfrm>
        <a:prstGeom prst="roundRect">
          <a:avLst/>
        </a:prstGeom>
        <a:solidFill>
          <a:schemeClr val="accent2">
            <a:hueOff val="22307"/>
            <a:satOff val="-15358"/>
            <a:lumOff val="-392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Support Vector Regressor (SVR): Test MAE = ±33.9 runs | Test R² = 66.98%</a:t>
          </a:r>
        </a:p>
      </dsp:txBody>
      <dsp:txXfrm>
        <a:off x="23417" y="2246777"/>
        <a:ext cx="10743086" cy="432866"/>
      </dsp:txXfrm>
    </dsp:sp>
    <dsp:sp modelId="{21773070-98F2-480A-A2B4-DA0813EFF256}">
      <dsp:nvSpPr>
        <dsp:cNvPr id="0" name=""/>
        <dsp:cNvSpPr/>
      </dsp:nvSpPr>
      <dsp:spPr>
        <a:xfrm>
          <a:off x="0" y="2760660"/>
          <a:ext cx="10789920" cy="479700"/>
        </a:xfrm>
        <a:prstGeom prst="roundRect">
          <a:avLst/>
        </a:prstGeom>
        <a:solidFill>
          <a:schemeClr val="accent2">
            <a:hueOff val="27884"/>
            <a:satOff val="-19197"/>
            <a:lumOff val="-490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XGBoost Regressor: Test MAE = ±33.7 runs | Test R² = 68.63%</a:t>
          </a:r>
        </a:p>
      </dsp:txBody>
      <dsp:txXfrm>
        <a:off x="23417" y="2784077"/>
        <a:ext cx="10743086" cy="432866"/>
      </dsp:txXfrm>
    </dsp:sp>
    <dsp:sp modelId="{12385D77-CF91-4B90-8C5B-C303E3DEEEA8}">
      <dsp:nvSpPr>
        <dsp:cNvPr id="0" name=""/>
        <dsp:cNvSpPr/>
      </dsp:nvSpPr>
      <dsp:spPr>
        <a:xfrm>
          <a:off x="0" y="3297960"/>
          <a:ext cx="10789920" cy="479700"/>
        </a:xfrm>
        <a:prstGeom prst="roundRect">
          <a:avLst/>
        </a:prstGeom>
        <a:solidFill>
          <a:schemeClr val="accent2">
            <a:hueOff val="33461"/>
            <a:satOff val="-23037"/>
            <a:lumOff val="-588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• Neural Network Baseline (</a:t>
          </a:r>
          <a:r>
            <a:rPr lang="en-IN" sz="2000" kern="1200" dirty="0" err="1"/>
            <a:t>MLPRegressor</a:t>
          </a:r>
          <a:r>
            <a:rPr lang="en-IN" sz="2000" kern="1200" dirty="0"/>
            <a:t>): Test MAE = ±35.3 runs | Test R² = 65.38%</a:t>
          </a:r>
        </a:p>
      </dsp:txBody>
      <dsp:txXfrm>
        <a:off x="23417" y="3321377"/>
        <a:ext cx="10743086" cy="432866"/>
      </dsp:txXfrm>
    </dsp:sp>
    <dsp:sp modelId="{06FE7F86-ACF9-41B8-88C3-B6637E2ABA0F}">
      <dsp:nvSpPr>
        <dsp:cNvPr id="0" name=""/>
        <dsp:cNvSpPr/>
      </dsp:nvSpPr>
      <dsp:spPr>
        <a:xfrm>
          <a:off x="0" y="3835260"/>
          <a:ext cx="10789920" cy="47970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• Base Random Forest: Test MAE = ±33.2 runs | Test R² = 69.27%</a:t>
          </a:r>
        </a:p>
      </dsp:txBody>
      <dsp:txXfrm>
        <a:off x="23417" y="3858677"/>
        <a:ext cx="10743086" cy="43286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62068-AC8E-4FC2-B3AB-FEF98D5681BB}">
      <dsp:nvSpPr>
        <dsp:cNvPr id="0" name=""/>
        <dsp:cNvSpPr/>
      </dsp:nvSpPr>
      <dsp:spPr>
        <a:xfrm>
          <a:off x="0" y="0"/>
          <a:ext cx="8046720" cy="832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Leak-Free Strategy: Evaluated tuning parameters using PredefinedSplit on chronological training folds.</a:t>
          </a:r>
        </a:p>
      </dsp:txBody>
      <dsp:txXfrm>
        <a:off x="24396" y="24396"/>
        <a:ext cx="7077531" cy="784145"/>
      </dsp:txXfrm>
    </dsp:sp>
    <dsp:sp modelId="{3E69D0FB-D262-400B-B3BD-49015FA0ECC6}">
      <dsp:nvSpPr>
        <dsp:cNvPr id="0" name=""/>
        <dsp:cNvSpPr/>
      </dsp:nvSpPr>
      <dsp:spPr>
        <a:xfrm>
          <a:off x="673912" y="984380"/>
          <a:ext cx="8046720" cy="832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Parameter Grid Search: Tested tree depths [5, 7, 9, 12, None] and estimator counts [50, 100, 150, 200].</a:t>
          </a:r>
        </a:p>
      </dsp:txBody>
      <dsp:txXfrm>
        <a:off x="698308" y="1008776"/>
        <a:ext cx="6782605" cy="784145"/>
      </dsp:txXfrm>
    </dsp:sp>
    <dsp:sp modelId="{43304FD0-362A-4BD7-A725-677371A242A3}">
      <dsp:nvSpPr>
        <dsp:cNvPr id="0" name=""/>
        <dsp:cNvSpPr/>
      </dsp:nvSpPr>
      <dsp:spPr>
        <a:xfrm>
          <a:off x="1337767" y="1968761"/>
          <a:ext cx="8046720" cy="832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Optimal Hyperparameters: </a:t>
          </a:r>
          <a:r>
            <a:rPr lang="en-US" sz="2000" kern="1200" dirty="0" err="1"/>
            <a:t>max_depth</a:t>
          </a:r>
          <a:r>
            <a:rPr lang="en-US" sz="2000" kern="1200" dirty="0"/>
            <a:t>=7, </a:t>
          </a:r>
          <a:r>
            <a:rPr lang="en-US" sz="2000" kern="1200" dirty="0" err="1"/>
            <a:t>n_estimators</a:t>
          </a:r>
          <a:r>
            <a:rPr lang="en-US" sz="2000" kern="1200" dirty="0"/>
            <a:t>=200, </a:t>
          </a:r>
          <a:r>
            <a:rPr lang="en-US" sz="2000" kern="1200" dirty="0" err="1"/>
            <a:t>min_samples_split</a:t>
          </a:r>
          <a:r>
            <a:rPr lang="en-US" sz="2000" kern="1200" dirty="0"/>
            <a:t>=10, </a:t>
          </a:r>
          <a:r>
            <a:rPr lang="en-IN" sz="2000" b="0" i="0" kern="1200" dirty="0" err="1"/>
            <a:t>min_samples_leaf</a:t>
          </a:r>
          <a:r>
            <a:rPr lang="en-IN" sz="2000" b="0" i="0" kern="1200" dirty="0"/>
            <a:t>: 1, random-state: 42</a:t>
          </a:r>
          <a:r>
            <a:rPr lang="en-US" sz="2000" kern="1200" dirty="0"/>
            <a:t>.</a:t>
          </a:r>
        </a:p>
      </dsp:txBody>
      <dsp:txXfrm>
        <a:off x="1362163" y="1993157"/>
        <a:ext cx="6792664" cy="784145"/>
      </dsp:txXfrm>
    </dsp:sp>
    <dsp:sp modelId="{659955A3-4C94-43EF-8DC7-89A5EA5D14E9}">
      <dsp:nvSpPr>
        <dsp:cNvPr id="0" name=""/>
        <dsp:cNvSpPr/>
      </dsp:nvSpPr>
      <dsp:spPr>
        <a:xfrm>
          <a:off x="2011680" y="2953142"/>
          <a:ext cx="8046720" cy="832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Tuning Result: Cross-validated tuning MAE improved down to ±31.7 runs prior to final test exposure.</a:t>
          </a:r>
        </a:p>
      </dsp:txBody>
      <dsp:txXfrm>
        <a:off x="2036076" y="2977538"/>
        <a:ext cx="6782605" cy="784145"/>
      </dsp:txXfrm>
    </dsp:sp>
    <dsp:sp modelId="{6FF0BC9D-0E20-4D03-A500-F169389A5B89}">
      <dsp:nvSpPr>
        <dsp:cNvPr id="0" name=""/>
        <dsp:cNvSpPr/>
      </dsp:nvSpPr>
      <dsp:spPr>
        <a:xfrm>
          <a:off x="7505310" y="637954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27127" y="637954"/>
        <a:ext cx="297775" cy="407410"/>
      </dsp:txXfrm>
    </dsp:sp>
    <dsp:sp modelId="{AA17E79A-B1A3-4AFD-9419-387B1AEE8F8F}">
      <dsp:nvSpPr>
        <dsp:cNvPr id="0" name=""/>
        <dsp:cNvSpPr/>
      </dsp:nvSpPr>
      <dsp:spPr>
        <a:xfrm>
          <a:off x="8179223" y="1622335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01040" y="1622335"/>
        <a:ext cx="297775" cy="407410"/>
      </dsp:txXfrm>
    </dsp:sp>
    <dsp:sp modelId="{2FB9755D-2ED6-43F3-8332-A141CBAE9798}">
      <dsp:nvSpPr>
        <dsp:cNvPr id="0" name=""/>
        <dsp:cNvSpPr/>
      </dsp:nvSpPr>
      <dsp:spPr>
        <a:xfrm>
          <a:off x="8843077" y="2606716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64894" y="2606716"/>
        <a:ext cx="297775" cy="40741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D04DA-26A7-4D2C-A58A-A6F3CB0E873E}">
      <dsp:nvSpPr>
        <dsp:cNvPr id="0" name=""/>
        <dsp:cNvSpPr/>
      </dsp:nvSpPr>
      <dsp:spPr>
        <a:xfrm>
          <a:off x="258841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152C9-894D-46F1-ABD7-3FA71F7FD60A}">
      <dsp:nvSpPr>
        <dsp:cNvPr id="0" name=""/>
        <dsp:cNvSpPr/>
      </dsp:nvSpPr>
      <dsp:spPr>
        <a:xfrm>
          <a:off x="544423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EF40E-A476-48F2-9E46-4CBA911DB3CC}">
      <dsp:nvSpPr>
        <dsp:cNvPr id="0" name=""/>
        <dsp:cNvSpPr/>
      </dsp:nvSpPr>
      <dsp:spPr>
        <a:xfrm>
          <a:off x="1910170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Single Test Set Exposure: Evaluated exclusively once on the untouched 230-row chronological test set.</a:t>
          </a:r>
        </a:p>
      </dsp:txBody>
      <dsp:txXfrm>
        <a:off x="1910170" y="461566"/>
        <a:ext cx="3205521" cy="1359918"/>
      </dsp:txXfrm>
    </dsp:sp>
    <dsp:sp modelId="{35A146FE-8B3F-4B84-9761-B820B787203A}">
      <dsp:nvSpPr>
        <dsp:cNvPr id="0" name=""/>
        <dsp:cNvSpPr/>
      </dsp:nvSpPr>
      <dsp:spPr>
        <a:xfrm>
          <a:off x="5674228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8A475-179D-45BA-B072-B3CFFB0224C9}">
      <dsp:nvSpPr>
        <dsp:cNvPr id="0" name=""/>
        <dsp:cNvSpPr/>
      </dsp:nvSpPr>
      <dsp:spPr>
        <a:xfrm>
          <a:off x="5959811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80F1F-AC47-47A3-821F-600E0DFD7DAF}">
      <dsp:nvSpPr>
        <dsp:cNvPr id="0" name=""/>
        <dsp:cNvSpPr/>
      </dsp:nvSpPr>
      <dsp:spPr>
        <a:xfrm>
          <a:off x="7325557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Final Champion Performance: Test MAE = ±31.7 runs | Test R² Score = 71.17%</a:t>
          </a:r>
        </a:p>
      </dsp:txBody>
      <dsp:txXfrm>
        <a:off x="7325557" y="461566"/>
        <a:ext cx="3205521" cy="1359918"/>
      </dsp:txXfrm>
    </dsp:sp>
    <dsp:sp modelId="{89737450-68CE-4729-AF72-8918E72D59D6}">
      <dsp:nvSpPr>
        <dsp:cNvPr id="0" name=""/>
        <dsp:cNvSpPr/>
      </dsp:nvSpPr>
      <dsp:spPr>
        <a:xfrm>
          <a:off x="258841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722CD-79AB-4F24-8642-88DDB053BABB}">
      <dsp:nvSpPr>
        <dsp:cNvPr id="0" name=""/>
        <dsp:cNvSpPr/>
      </dsp:nvSpPr>
      <dsp:spPr>
        <a:xfrm>
          <a:off x="544423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48E14-3050-4E15-8BBD-207CCC3697DD}">
      <dsp:nvSpPr>
        <dsp:cNvPr id="0" name=""/>
        <dsp:cNvSpPr/>
      </dsp:nvSpPr>
      <dsp:spPr>
        <a:xfrm>
          <a:off x="1910170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Error Analysis Insight 1: High residual errors occur in rain-shortened matches where overs_played drops prematurely.</a:t>
          </a:r>
        </a:p>
      </dsp:txBody>
      <dsp:txXfrm>
        <a:off x="1910170" y="2567635"/>
        <a:ext cx="3205521" cy="1359918"/>
      </dsp:txXfrm>
    </dsp:sp>
    <dsp:sp modelId="{1B02116D-FA09-4E85-BEEF-A9D90C3DB568}">
      <dsp:nvSpPr>
        <dsp:cNvPr id="0" name=""/>
        <dsp:cNvSpPr/>
      </dsp:nvSpPr>
      <dsp:spPr>
        <a:xfrm>
          <a:off x="5674228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BFBCF-D6A1-4C4F-960B-B43BF8F67FC8}">
      <dsp:nvSpPr>
        <dsp:cNvPr id="0" name=""/>
        <dsp:cNvSpPr/>
      </dsp:nvSpPr>
      <dsp:spPr>
        <a:xfrm>
          <a:off x="5959811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60A5D-6144-4BE2-9EC0-46BAD13A07BA}">
      <dsp:nvSpPr>
        <dsp:cNvPr id="0" name=""/>
        <dsp:cNvSpPr/>
      </dsp:nvSpPr>
      <dsp:spPr>
        <a:xfrm>
          <a:off x="7325557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Error Analysis Insight 2: Model over-predicts score potential when teams bat second chasing small total targets.</a:t>
          </a:r>
        </a:p>
      </dsp:txBody>
      <dsp:txXfrm>
        <a:off x="7325557" y="2567635"/>
        <a:ext cx="3205521" cy="135991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419C6-4ABE-4AFB-8245-EA861939DAB7}">
      <dsp:nvSpPr>
        <dsp:cNvPr id="0" name=""/>
        <dsp:cNvSpPr/>
      </dsp:nvSpPr>
      <dsp:spPr>
        <a:xfrm>
          <a:off x="0" y="535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0D8F9-AB12-4C03-BC1D-E79FB7006AF5}">
      <dsp:nvSpPr>
        <dsp:cNvPr id="0" name=""/>
        <dsp:cNvSpPr/>
      </dsp:nvSpPr>
      <dsp:spPr>
        <a:xfrm>
          <a:off x="379252" y="28262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46B9C-D48F-4818-A6A0-F4A320D845ED}">
      <dsp:nvSpPr>
        <dsp:cNvPr id="0" name=""/>
        <dsp:cNvSpPr/>
      </dsp:nvSpPr>
      <dsp:spPr>
        <a:xfrm>
          <a:off x="1448055" y="535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Milestone 1 Failure Mode Revisit: Macro-weather features cannot capture individual player brilliance (e.g. centuries), capping accuracy near ~72%.</a:t>
          </a:r>
        </a:p>
      </dsp:txBody>
      <dsp:txXfrm>
        <a:off x="1448055" y="535"/>
        <a:ext cx="9341864" cy="1253728"/>
      </dsp:txXfrm>
    </dsp:sp>
    <dsp:sp modelId="{CF5B91BB-FF98-49E1-B97E-E5B92A3C2DDC}">
      <dsp:nvSpPr>
        <dsp:cNvPr id="0" name=""/>
        <dsp:cNvSpPr/>
      </dsp:nvSpPr>
      <dsp:spPr>
        <a:xfrm>
          <a:off x="0" y="1567695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9B9E2-4A41-4764-9B7E-029351FA311C}">
      <dsp:nvSpPr>
        <dsp:cNvPr id="0" name=""/>
        <dsp:cNvSpPr/>
      </dsp:nvSpPr>
      <dsp:spPr>
        <a:xfrm>
          <a:off x="379252" y="184978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95BF7-744C-4781-9536-83C1E49B62A2}">
      <dsp:nvSpPr>
        <dsp:cNvPr id="0" name=""/>
        <dsp:cNvSpPr/>
      </dsp:nvSpPr>
      <dsp:spPr>
        <a:xfrm>
          <a:off x="1448055" y="1567695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Failed Feature Experiment: Multiplying humidity and rain into a pitch_moisture_proxy reduced R² to 70.57% due to Feature Redundancy.</a:t>
          </a:r>
        </a:p>
      </dsp:txBody>
      <dsp:txXfrm>
        <a:off x="1448055" y="1567695"/>
        <a:ext cx="9341864" cy="1253728"/>
      </dsp:txXfrm>
    </dsp:sp>
    <dsp:sp modelId="{94CC7947-43F4-4053-9DF5-28156A993741}">
      <dsp:nvSpPr>
        <dsp:cNvPr id="0" name=""/>
        <dsp:cNvSpPr/>
      </dsp:nvSpPr>
      <dsp:spPr>
        <a:xfrm>
          <a:off x="0" y="3134856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0C9E3-A5A7-451F-AA62-1D0FB1C4E6D5}">
      <dsp:nvSpPr>
        <dsp:cNvPr id="0" name=""/>
        <dsp:cNvSpPr/>
      </dsp:nvSpPr>
      <dsp:spPr>
        <a:xfrm>
          <a:off x="379252" y="341694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27620-E1DF-4182-A0B5-965E93143D7D}">
      <dsp:nvSpPr>
        <dsp:cNvPr id="0" name=""/>
        <dsp:cNvSpPr/>
      </dsp:nvSpPr>
      <dsp:spPr>
        <a:xfrm>
          <a:off x="1448055" y="3134856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With Two More Weeks: We would build ball-by-ball dew tracking and dynamic rolling player form vectors.</a:t>
          </a:r>
        </a:p>
      </dsp:txBody>
      <dsp:txXfrm>
        <a:off x="1448055" y="3134856"/>
        <a:ext cx="9341864" cy="125372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CC7D0-6722-4504-B4B1-4ED49226A4FE}">
      <dsp:nvSpPr>
        <dsp:cNvPr id="0" name=""/>
        <dsp:cNvSpPr/>
      </dsp:nvSpPr>
      <dsp:spPr>
        <a:xfrm>
          <a:off x="649710" y="413764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D73E0-8E82-4BDD-8FC7-53E867FD3012}">
      <dsp:nvSpPr>
        <dsp:cNvPr id="0" name=""/>
        <dsp:cNvSpPr/>
      </dsp:nvSpPr>
      <dsp:spPr>
        <a:xfrm>
          <a:off x="1066522" y="83057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BCE43-31C7-43F2-BE64-7EA9EEB97FA3}">
      <dsp:nvSpPr>
        <dsp:cNvPr id="0" name=""/>
        <dsp:cNvSpPr/>
      </dsp:nvSpPr>
      <dsp:spPr>
        <a:xfrm>
          <a:off x="24491" y="2978764"/>
          <a:ext cx="3206250" cy="996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Clean Workspace Isolation: Fully separated data fetch scripts from modeling pipelines.</a:t>
          </a:r>
          <a:endParaRPr lang="en-US" sz="1600" kern="1200" dirty="0"/>
        </a:p>
      </dsp:txBody>
      <dsp:txXfrm>
        <a:off x="24491" y="2978764"/>
        <a:ext cx="3206250" cy="996591"/>
      </dsp:txXfrm>
    </dsp:sp>
    <dsp:sp modelId="{971DA77D-C33F-4F78-A2C8-FCFF794AC453}">
      <dsp:nvSpPr>
        <dsp:cNvPr id="0" name=""/>
        <dsp:cNvSpPr/>
      </dsp:nvSpPr>
      <dsp:spPr>
        <a:xfrm>
          <a:off x="4417053" y="413764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56CCB-981A-47DA-9A4C-989A6F18AD96}">
      <dsp:nvSpPr>
        <dsp:cNvPr id="0" name=""/>
        <dsp:cNvSpPr/>
      </dsp:nvSpPr>
      <dsp:spPr>
        <a:xfrm>
          <a:off x="4833866" y="83057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C89CC-35C6-4221-82A4-D47BBE3B55DF}">
      <dsp:nvSpPr>
        <dsp:cNvPr id="0" name=""/>
        <dsp:cNvSpPr/>
      </dsp:nvSpPr>
      <dsp:spPr>
        <a:xfrm>
          <a:off x="3791835" y="2978764"/>
          <a:ext cx="3206250" cy="996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Deterministic Execution: Controlled global random_state=42 across scaling transformations and data splits.</a:t>
          </a:r>
          <a:endParaRPr lang="en-US" sz="1600" kern="1200" dirty="0"/>
        </a:p>
      </dsp:txBody>
      <dsp:txXfrm>
        <a:off x="3791835" y="2978764"/>
        <a:ext cx="3206250" cy="996591"/>
      </dsp:txXfrm>
    </dsp:sp>
    <dsp:sp modelId="{E168E189-10B1-4597-8AE5-0A9956C0A497}">
      <dsp:nvSpPr>
        <dsp:cNvPr id="0" name=""/>
        <dsp:cNvSpPr/>
      </dsp:nvSpPr>
      <dsp:spPr>
        <a:xfrm>
          <a:off x="8184397" y="413764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51A15-D436-41AF-918C-9E8E5696BC99}">
      <dsp:nvSpPr>
        <dsp:cNvPr id="0" name=""/>
        <dsp:cNvSpPr/>
      </dsp:nvSpPr>
      <dsp:spPr>
        <a:xfrm>
          <a:off x="8601210" y="83057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DCC67-02D2-4236-91E3-0BDC7974431F}">
      <dsp:nvSpPr>
        <dsp:cNvPr id="0" name=""/>
        <dsp:cNvSpPr/>
      </dsp:nvSpPr>
      <dsp:spPr>
        <a:xfrm>
          <a:off x="7559178" y="2978764"/>
          <a:ext cx="3206250" cy="996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Robust Server Defensive Code: Implemented pacing sleep timers and try-except wrappers around API JSON nodes.</a:t>
          </a:r>
          <a:endParaRPr lang="en-US" sz="1600" kern="1200" dirty="0"/>
        </a:p>
      </dsp:txBody>
      <dsp:txXfrm>
        <a:off x="7559178" y="2978764"/>
        <a:ext cx="3206250" cy="99659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6A1B8-6A37-452D-A611-8529BB531388}">
      <dsp:nvSpPr>
        <dsp:cNvPr id="0" name=""/>
        <dsp:cNvSpPr/>
      </dsp:nvSpPr>
      <dsp:spPr>
        <a:xfrm>
          <a:off x="424599" y="1197"/>
          <a:ext cx="3000778" cy="18004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Data &amp; Feature Engineering Success: Combining GPS-matched Open-Meteo microclimate logs with venue reputation anchors successfully unlocked the non-linear relationship between atmospheric drag and cricket scoring.</a:t>
          </a:r>
        </a:p>
      </dsp:txBody>
      <dsp:txXfrm>
        <a:off x="424599" y="1197"/>
        <a:ext cx="3000778" cy="1800466"/>
      </dsp:txXfrm>
    </dsp:sp>
    <dsp:sp modelId="{9BF19BE3-FFB5-4992-8AE5-BC0F409B35AC}">
      <dsp:nvSpPr>
        <dsp:cNvPr id="0" name=""/>
        <dsp:cNvSpPr/>
      </dsp:nvSpPr>
      <dsp:spPr>
        <a:xfrm>
          <a:off x="3725455" y="1197"/>
          <a:ext cx="3000778" cy="18004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Methodological Rigor: Strict chronological time-splitting ensured zero data leakage from future matches into training matrices, giving us an authentic evaluation.</a:t>
          </a:r>
        </a:p>
      </dsp:txBody>
      <dsp:txXfrm>
        <a:off x="3725455" y="1197"/>
        <a:ext cx="3000778" cy="1800466"/>
      </dsp:txXfrm>
    </dsp:sp>
    <dsp:sp modelId="{8235073C-513F-4888-BB36-2C7C3B66E8EA}">
      <dsp:nvSpPr>
        <dsp:cNvPr id="0" name=""/>
        <dsp:cNvSpPr/>
      </dsp:nvSpPr>
      <dsp:spPr>
        <a:xfrm>
          <a:off x="7026311" y="1197"/>
          <a:ext cx="3000778" cy="18004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Final Peak Milestone: The optimized Random Forest achieved a benchmark 71.17% accuracy (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IN" sz="15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500" kern="1200">
                      <a:latin typeface="Cambria Math" panose="02040503050406030204" pitchFamily="18" charset="0"/>
                    </a:rPr>
                    <m:t>𝑅</m:t>
                  </m:r>
                </m:e>
                <m:sup>
                  <m:r>
                    <a:rPr lang="en-IN" sz="1500" kern="1200">
                      <a:latin typeface="Cambria Math" panose="02040503050406030204" pitchFamily="18" charset="0"/>
                    </a:rPr>
                    <m:t>2</m:t>
                  </m:r>
                </m:sup>
              </m:sSup>
            </m:oMath>
          </a14:m>
          <a:r>
            <a:rPr lang="en-IN" sz="1500" kern="1200"/>
            <a:t>), bounding absolute score prediction error to within ±31.7 runs on unseen fixtures.</a:t>
          </a:r>
        </a:p>
      </dsp:txBody>
      <dsp:txXfrm>
        <a:off x="7026311" y="1197"/>
        <a:ext cx="3000778" cy="1800466"/>
      </dsp:txXfrm>
    </dsp:sp>
    <dsp:sp modelId="{7DD5B47A-E5CF-40FB-8580-4DBF88EBB18B}">
      <dsp:nvSpPr>
        <dsp:cNvPr id="0" name=""/>
        <dsp:cNvSpPr/>
      </dsp:nvSpPr>
      <dsp:spPr>
        <a:xfrm>
          <a:off x="3725455" y="2101741"/>
          <a:ext cx="3000778" cy="180046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Broader Impact: Proves that real-time planetary parameters can enhance traditional player-centric sports modeling.</a:t>
          </a:r>
        </a:p>
      </dsp:txBody>
      <dsp:txXfrm>
        <a:off x="3725455" y="2101741"/>
        <a:ext cx="3000778" cy="1800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01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0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59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1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2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5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7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5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8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5F44B-0E3C-F17C-C61D-10D9385BD6C9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i="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Climate &amp; Cricket: Predicting Team Scores from Weather Patterns</a:t>
            </a:r>
            <a:endParaRPr lang="en-US" sz="5000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Cricket">
            <a:extLst>
              <a:ext uri="{FF2B5EF4-FFF2-40B4-BE49-F238E27FC236}">
                <a16:creationId xmlns:a16="http://schemas.microsoft.com/office/drawing/2014/main" id="{9E23F868-FEBC-F5F8-46D7-B027BECA3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0DB43-88DA-5D01-313A-0FEB7C343B7E}"/>
              </a:ext>
            </a:extLst>
          </p:cNvPr>
          <p:cNvSpPr txBox="1"/>
          <p:nvPr/>
        </p:nvSpPr>
        <p:spPr>
          <a:xfrm>
            <a:off x="6805053" y="4581248"/>
            <a:ext cx="443802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Sumanth </a:t>
            </a:r>
            <a:r>
              <a:rPr lang="en-IN" b="1" dirty="0" err="1"/>
              <a:t>Pidishetti</a:t>
            </a:r>
            <a:r>
              <a:rPr lang="en-IN" b="1" dirty="0"/>
              <a:t> (</a:t>
            </a:r>
            <a:r>
              <a:rPr lang="en-IN" i="1" dirty="0"/>
              <a:t>100008679</a:t>
            </a:r>
            <a:r>
              <a:rPr lang="en-IN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Rohith Reddy </a:t>
            </a:r>
            <a:r>
              <a:rPr lang="en-IN" b="1" dirty="0" err="1"/>
              <a:t>Rudraiah</a:t>
            </a:r>
            <a:r>
              <a:rPr lang="en-IN" b="1" dirty="0"/>
              <a:t> Gari (</a:t>
            </a:r>
            <a:r>
              <a:rPr lang="en-IN" i="1" dirty="0"/>
              <a:t>100008638</a:t>
            </a:r>
            <a:r>
              <a:rPr lang="en-IN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Sumanth </a:t>
            </a:r>
            <a:r>
              <a:rPr lang="en-IN" b="1" dirty="0" err="1"/>
              <a:t>Gadwala</a:t>
            </a:r>
            <a:r>
              <a:rPr lang="en-IN" b="1" dirty="0"/>
              <a:t> (</a:t>
            </a:r>
            <a:r>
              <a:rPr lang="en-IN" i="1" dirty="0"/>
              <a:t>100008777</a:t>
            </a:r>
            <a:r>
              <a:rPr lang="en-IN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DA968-BDF9-DF43-DEA8-B9D9CFC18D70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D8D470-4478-18C6-ADEA-770BEEEDA522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49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9" y="468936"/>
            <a:ext cx="10789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sz="2000" dirty="0"/>
              <a:t>Predicting ODI Cricket Scoring Dynamics Using Shifting Weather Systems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006707B-0830-1010-A847-CFC81A906E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897296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821544-6E34-6FA5-CE40-E12DBB8DBE85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C3673-4C2C-E94D-E5BA-42A0D214EAC1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Data Architecture &amp; Multi-Source Integration Skill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9E4904A-E9B2-767D-B4C4-2981FE380B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4984"/>
              </p:ext>
            </p:extLst>
          </p:nvPr>
        </p:nvGraphicFramePr>
        <p:xfrm>
          <a:off x="453066" y="3429000"/>
          <a:ext cx="10789920" cy="27038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1689433-857B-07E9-92D7-AD9D50A68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1904324"/>
              </p:ext>
            </p:extLst>
          </p:nvPr>
        </p:nvGraphicFramePr>
        <p:xfrm>
          <a:off x="453066" y="1370615"/>
          <a:ext cx="10789920" cy="1937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196BFBD-1870-7B27-3560-FE20452056A1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8E8D49-C8FA-CEE8-763E-C0E4F5849B5C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20BBB-960E-3D96-EC49-C092B11B85C5}"/>
              </a:ext>
            </a:extLst>
          </p:cNvPr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dirty="0"/>
              <a:t>Exploratory Data Analysis (EDA) Insights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BB26D5E-DF49-0B1E-46A3-DFA66D5B12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225527"/>
              </p:ext>
            </p:extLst>
          </p:nvPr>
        </p:nvGraphicFramePr>
        <p:xfrm>
          <a:off x="480306" y="1236898"/>
          <a:ext cx="4713994" cy="4981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5A29AD1-43FA-034E-CD08-76A6F39734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85494" y="1231592"/>
            <a:ext cx="6693883" cy="2563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B39109-60A9-5609-83F9-5F0184FEB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494" y="3830832"/>
            <a:ext cx="6693883" cy="2387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4F74B5-FCBC-A5D5-BB63-8E0356DBA9BB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3077FD-84C4-F4DE-5AA3-92AEF4423887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4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Technical Feature Space and Target Normalization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F4EC350-F655-9DB2-2F51-B5C396651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9593808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859FC7-E4FE-ED9A-1B14-1287FC59A1B0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2D96C-F733-0DC1-04E5-F5A0E74AF41F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Data Transformation &amp; Integrity Protocols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3BF2AF8-3829-692E-4EC6-26489D929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787410"/>
              </p:ext>
            </p:extLst>
          </p:nvPr>
        </p:nvGraphicFramePr>
        <p:xfrm>
          <a:off x="594360" y="137160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01EAB3C-B05C-C14E-C0A0-38644E31D280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C1F57-8573-9409-475D-5F08F1753937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lang="en-US"/>
              <a:t>Supervised Model Comparison &amp; Leaderboard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2B03C-F117-A2DE-97E3-A661DD3F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64" y="1371600"/>
            <a:ext cx="10391471" cy="43753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40583A-7084-2BC5-812C-E777FFC8BC1D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F7B2A-48EC-5C43-FAC3-517B87E1C6E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Code Implementation &amp; Production-Safe Architecture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7662F7-3135-BDDD-C024-8C71DF3BE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4125230"/>
              </p:ext>
            </p:extLst>
          </p:nvPr>
        </p:nvGraphicFramePr>
        <p:xfrm>
          <a:off x="685800" y="137160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A98CA3-2AA1-98AA-DF6C-08BC1518C041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9F5FF-BA5A-41D3-9390-BC3607E1E374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Project Horizon &amp; Advanced Modeling Next Steps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94E1AA5-E51C-0B68-4B29-8D2231254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303234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158D791-AE0E-FCFE-7252-D939A0F273F9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3C5B5-0021-F111-014B-469A29C49AD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92370" y="516835"/>
            <a:ext cx="3084844" cy="5772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 sz="2600" b="1">
                <a:solidFill>
                  <a:srgbClr val="1E293B"/>
                </a:solidFill>
                <a:latin typeface="Arial"/>
              </a:defRPr>
            </a:pPr>
            <a:r>
              <a:rPr lang="en-US" sz="36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Block 1: Problem Recap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ECC8C951-54CA-F44E-972A-B67D22276E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50204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70EC6A-463B-0810-1FB8-0F7F3BC7B255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10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BFCCD-BF86-E83C-FA24-1241B0A3FCFB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Block 2: Data Delta &amp; Integration Architecture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BF6F34BC-C228-C39A-C656-FFC4188900BC}"/>
              </a:ext>
            </a:extLst>
          </p:cNvPr>
          <p:cNvGraphicFramePr/>
          <p:nvPr/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3CEB458-22EB-DEA3-B598-5F6EB0D1C22D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11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EABEAD-C931-8CFB-647E-ABDD329E1ED0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Block 3: Model Journey &amp; Baseline Leaderboard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661C304-A6DD-FA6E-6BB4-0BA3B6810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063399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09DD14-D528-CCFE-8676-76AB42B1858E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12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9D8A0-74B2-7B6A-2C42-F83A8256CAEF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97280" y="286604"/>
            <a:ext cx="10058400" cy="10905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 sz="2600" b="1">
                <a:solidFill>
                  <a:srgbClr val="1E293B"/>
                </a:solidFill>
                <a:latin typeface="Arial"/>
              </a:defRPr>
            </a:pPr>
            <a:r>
              <a:rPr lang="en-US" sz="4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Block 4: Tuning Sprint &amp; Leak-Free Pipeline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4F8C9B09-3192-74C7-1B01-3A673ABA6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901308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532FFA-5958-D22E-745B-A296D4B89284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13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49F14-5CE0-D1A7-E1D1-1C1F7BD1C424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Block 5: Honest Final Evaluation &amp; Error Analysis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F5A02ECE-901D-8377-0285-6991AA9E9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17431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7C9525E-A744-AE6D-16B5-AB2C3F0616AC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14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536FA-3967-2521-C339-853A9A4B2276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Block 6: Limits and Lessons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692F66CF-2293-0CED-BADD-27B9FB3251F6}"/>
              </a:ext>
            </a:extLst>
          </p:cNvPr>
          <p:cNvGraphicFramePr/>
          <p:nvPr/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D0083E-261E-5E16-7236-44B03B84F273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15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93B41-E710-A265-95F1-9D35C649D023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Block 7: Reproducibility &amp; Code Architecture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82370F9D-2CD8-C06E-7743-BA5D5D0B2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6249309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BA8474-6A6F-030B-FAC6-D7B4EA79EF18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16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036F19-54D0-B627-DF8F-3135FC6DA4E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1DED3-A15D-DA1B-E9F2-CCF60852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1BE7E-51D9-192F-898C-F21FD8812F28}"/>
              </a:ext>
            </a:extLst>
          </p:cNvPr>
          <p:cNvSpPr txBox="1"/>
          <p:nvPr/>
        </p:nvSpPr>
        <p:spPr>
          <a:xfrm>
            <a:off x="685800" y="457200"/>
            <a:ext cx="200086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1D7A8-C50A-DD50-FE25-DA0EE1860A50}"/>
              </a:ext>
            </a:extLst>
          </p:cNvPr>
          <p:cNvSpPr txBox="1"/>
          <p:nvPr/>
        </p:nvSpPr>
        <p:spPr>
          <a:xfrm>
            <a:off x="521111" y="6429345"/>
            <a:ext cx="524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17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3AB7E-09AE-4F39-EBA9-738F67714979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2DD4DD4E-7B74-A108-7747-6FF30D4B72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4476144"/>
                  </p:ext>
                </p:extLst>
              </p:nvPr>
            </p:nvGraphicFramePr>
            <p:xfrm>
              <a:off x="796413" y="1445342"/>
              <a:ext cx="10451690" cy="39034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2DD4DD4E-7B74-A108-7747-6FF30D4B72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4476144"/>
                  </p:ext>
                </p:extLst>
              </p:nvPr>
            </p:nvGraphicFramePr>
            <p:xfrm>
              <a:off x="796413" y="1445342"/>
              <a:ext cx="10451690" cy="39034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7059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9B671-7A61-BB53-454D-3561E7EFA02B}"/>
              </a:ext>
            </a:extLst>
          </p:cNvPr>
          <p:cNvSpPr txBox="1"/>
          <p:nvPr/>
        </p:nvSpPr>
        <p:spPr>
          <a:xfrm>
            <a:off x="8141110" y="639097"/>
            <a:ext cx="3401961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Q/A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EEE10-42E0-AD41-F7E2-BC3A2878F763}"/>
              </a:ext>
            </a:extLst>
          </p:cNvPr>
          <p:cNvSpPr txBox="1"/>
          <p:nvPr/>
        </p:nvSpPr>
        <p:spPr>
          <a:xfrm>
            <a:off x="8141110" y="4455621"/>
            <a:ext cx="3417990" cy="123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000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Thank You…</a:t>
            </a:r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A489F0C6-8E0B-1E93-C3D9-A5F972D5E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B6D3F-F654-9344-6E07-897A48438298}"/>
              </a:ext>
            </a:extLst>
          </p:cNvPr>
          <p:cNvSpPr txBox="1"/>
          <p:nvPr/>
        </p:nvSpPr>
        <p:spPr>
          <a:xfrm>
            <a:off x="521111" y="6429345"/>
            <a:ext cx="577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18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2B211-91E6-63FE-4521-5482809C33C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3249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352c91-bc3e-45b1-b48e-5b8c53aa3f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02B0AF328649A4AB8E9FDF151CB4735" ma:contentTypeVersion="9" ma:contentTypeDescription="Ein neues Dokument erstellen." ma:contentTypeScope="" ma:versionID="d397de4fcaefc938acfd8f04fe572b8b">
  <xsd:schema xmlns:xsd="http://www.w3.org/2001/XMLSchema" xmlns:xs="http://www.w3.org/2001/XMLSchema" xmlns:p="http://schemas.microsoft.com/office/2006/metadata/properties" xmlns:ns3="f1352c91-bc3e-45b1-b48e-5b8c53aa3f75" targetNamespace="http://schemas.microsoft.com/office/2006/metadata/properties" ma:root="true" ma:fieldsID="fefa9b443f493af6d2b4645e7912fcdf" ns3:_="">
    <xsd:import namespace="f1352c91-bc3e-45b1-b48e-5b8c53aa3f7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52c91-bc3e-45b1-b48e-5b8c53aa3f7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C3D09B-7B93-400A-B45A-100C3C0FBCF3}">
  <ds:schemaRefs>
    <ds:schemaRef ds:uri="http://schemas.openxmlformats.org/package/2006/metadata/core-properties"/>
    <ds:schemaRef ds:uri="f1352c91-bc3e-45b1-b48e-5b8c53aa3f75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33C35BE-4233-4ECE-8F46-58DC00106D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BD4B5C-8AF0-4479-9EB1-160423229A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52c91-bc3e-45b1-b48e-5b8c53aa3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255</TotalTime>
  <Words>1622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Cambria Math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Rohith Reddy</dc:creator>
  <cp:keywords/>
  <dc:description>generated using python-pptx</dc:description>
  <cp:lastModifiedBy>Rudraiah Gari, Rohith Reddy (Stud SRH-University)</cp:lastModifiedBy>
  <cp:revision>4</cp:revision>
  <dcterms:created xsi:type="dcterms:W3CDTF">2013-01-27T09:14:16Z</dcterms:created>
  <dcterms:modified xsi:type="dcterms:W3CDTF">2026-07-22T08:17:05Z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0x010100E02B0AF328649A4AB8E9FDF151CB4735</vt:lpwstr>
  </property>
</Properties>
</file>